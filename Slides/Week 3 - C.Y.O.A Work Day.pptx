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10287000" cx="18288000"/>
  <p:notesSz cx="6858000" cy="9144000"/>
  <p:embeddedFontLst>
    <p:embeddedFont>
      <p:font typeface="Anton"/>
      <p:regular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nton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2ef98558070_0_13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g2ef98558070_0_13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39483fd49b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g39483fd49b5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2ef98558070_0_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g2ef98558070_0_4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2ef98558070_0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g2ef98558070_0_4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2ef98558070_0_5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g2ef98558070_0_5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g2ef98558070_0_6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g2ef98558070_0_6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39c0794093c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g39c0794093c_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g39c0794093c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7" name="Google Shape;1107;g39c0794093c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7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g39c0794093c_2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9" name="Google Shape;1149;g39c0794093c_2_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g39c0794093c_0_5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1" name="Google Shape;1191;g39c0794093c_0_5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0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g39c0794093c_0_10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2" name="Google Shape;1232;g39c0794093c_0_10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g39c0794093c_0_10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5" name="Google Shape;1245;g39c0794093c_0_10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ctrTitle"/>
          </p:nvPr>
        </p:nvSpPr>
        <p:spPr>
          <a:xfrm>
            <a:off x="614350" y="2454275"/>
            <a:ext cx="165570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" name="Google Shape;11;p3"/>
          <p:cNvSpPr txBox="1"/>
          <p:nvPr>
            <p:ph idx="1" type="subTitle"/>
          </p:nvPr>
        </p:nvSpPr>
        <p:spPr>
          <a:xfrm>
            <a:off x="4491025" y="56245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SzPts val="1500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grpSp>
        <p:nvGrpSpPr>
          <p:cNvPr id="12" name="Google Shape;12;p3"/>
          <p:cNvGrpSpPr/>
          <p:nvPr/>
        </p:nvGrpSpPr>
        <p:grpSpPr>
          <a:xfrm>
            <a:off x="11999778" y="8704662"/>
            <a:ext cx="5851052" cy="1310243"/>
            <a:chOff x="2" y="-564"/>
            <a:chExt cx="7801403" cy="1746991"/>
          </a:xfrm>
        </p:grpSpPr>
        <p:grpSp>
          <p:nvGrpSpPr>
            <p:cNvPr id="13" name="Google Shape;13;p3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14" name="Google Shape;14;p3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" name="Google Shape;15;p3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" name="Google Shape;16;p3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17" name="Google Shape;17;p3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" name="Google Shape;18;p3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" name="Google Shape;19;p3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20" name="Google Shape;20;p3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3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" name="Google Shape;22;p3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23" name="Google Shape;23;p3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" name="Google Shape;24;p3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" name="Google Shape;25;p3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26" name="Google Shape;26;p3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3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" name="Google Shape;28;p3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29" name="Google Shape;29;p3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" name="Google Shape;30;p3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" name="Google Shape;31;p3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32" name="Google Shape;32;p3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" name="Google Shape;33;p3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" name="Google Shape;34;p3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35" name="Google Shape;35;p3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" name="Google Shape;36;p3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" name="Google Shape;37;p3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38" name="Google Shape;38;p3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3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0" name="Google Shape;40;p3"/>
          <p:cNvGrpSpPr/>
          <p:nvPr/>
        </p:nvGrpSpPr>
        <p:grpSpPr>
          <a:xfrm rot="2821244">
            <a:off x="16959832" y="165852"/>
            <a:ext cx="1057608" cy="1194515"/>
            <a:chOff x="-95789" y="-89371"/>
            <a:chExt cx="1410145" cy="1592687"/>
          </a:xfrm>
        </p:grpSpPr>
        <p:grpSp>
          <p:nvGrpSpPr>
            <p:cNvPr id="41" name="Google Shape;41;p3"/>
            <p:cNvGrpSpPr/>
            <p:nvPr/>
          </p:nvGrpSpPr>
          <p:grpSpPr>
            <a:xfrm rot="-2821068">
              <a:off x="134816" y="282908"/>
              <a:ext cx="943563" cy="1040889"/>
              <a:chOff x="0" y="-47625"/>
              <a:chExt cx="343200" cy="378600"/>
            </a:xfrm>
          </p:grpSpPr>
          <p:sp>
            <p:nvSpPr>
              <p:cNvPr id="42" name="Google Shape;42;p3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" name="Google Shape;43;p3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" name="Google Shape;44;p3"/>
            <p:cNvGrpSpPr/>
            <p:nvPr/>
          </p:nvGrpSpPr>
          <p:grpSpPr>
            <a:xfrm rot="-2821068">
              <a:off x="140189" y="90147"/>
              <a:ext cx="943563" cy="1040889"/>
              <a:chOff x="0" y="-47625"/>
              <a:chExt cx="343200" cy="378600"/>
            </a:xfrm>
          </p:grpSpPr>
          <p:sp>
            <p:nvSpPr>
              <p:cNvPr id="45" name="Google Shape;45;p3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" name="Google Shape;46;p3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" name="Google Shape;47;p3"/>
            <p:cNvGrpSpPr/>
            <p:nvPr/>
          </p:nvGrpSpPr>
          <p:grpSpPr>
            <a:xfrm>
              <a:off x="625032" y="253444"/>
              <a:ext cx="69946" cy="699550"/>
              <a:chOff x="0" y="-47625"/>
              <a:chExt cx="31856" cy="318600"/>
            </a:xfrm>
          </p:grpSpPr>
          <p:sp>
            <p:nvSpPr>
              <p:cNvPr id="48" name="Google Shape;48;p3"/>
              <p:cNvSpPr/>
              <p:nvPr/>
            </p:nvSpPr>
            <p:spPr>
              <a:xfrm>
                <a:off x="0" y="0"/>
                <a:ext cx="31856" cy="270933"/>
              </a:xfrm>
              <a:custGeom>
                <a:rect b="b" l="l" r="r" t="t"/>
                <a:pathLst>
                  <a:path extrusionOk="0" h="270933" w="31856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" name="Google Shape;49;p3"/>
              <p:cNvSpPr txBox="1"/>
              <p:nvPr/>
            </p:nvSpPr>
            <p:spPr>
              <a:xfrm>
                <a:off x="0" y="-47625"/>
                <a:ext cx="318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" name="Google Shape;50;p3"/>
            <p:cNvGrpSpPr/>
            <p:nvPr/>
          </p:nvGrpSpPr>
          <p:grpSpPr>
            <a:xfrm rot="5400000">
              <a:off x="675978" y="305678"/>
              <a:ext cx="72520" cy="699550"/>
              <a:chOff x="0" y="-47625"/>
              <a:chExt cx="33028" cy="318600"/>
            </a:xfrm>
          </p:grpSpPr>
          <p:sp>
            <p:nvSpPr>
              <p:cNvPr id="51" name="Google Shape;51;p3"/>
              <p:cNvSpPr/>
              <p:nvPr/>
            </p:nvSpPr>
            <p:spPr>
              <a:xfrm>
                <a:off x="0" y="0"/>
                <a:ext cx="33028" cy="270933"/>
              </a:xfrm>
              <a:custGeom>
                <a:rect b="b" l="l" r="r" t="t"/>
                <a:pathLst>
                  <a:path extrusionOk="0" h="270933" w="33028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" name="Google Shape;52;p3"/>
              <p:cNvSpPr txBox="1"/>
              <p:nvPr/>
            </p:nvSpPr>
            <p:spPr>
              <a:xfrm>
                <a:off x="0" y="-47625"/>
                <a:ext cx="330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3" name="Google Shape;53;p3"/>
          <p:cNvSpPr/>
          <p:nvPr/>
        </p:nvSpPr>
        <p:spPr>
          <a:xfrm>
            <a:off x="9692551" y="7638170"/>
            <a:ext cx="836443" cy="1333460"/>
          </a:xfrm>
          <a:custGeom>
            <a:rect b="b" l="l" r="r" t="t"/>
            <a:pathLst>
              <a:path extrusionOk="0" h="1333460" w="836443">
                <a:moveTo>
                  <a:pt x="0" y="0"/>
                </a:moveTo>
                <a:lnTo>
                  <a:pt x="836443" y="0"/>
                </a:lnTo>
                <a:lnTo>
                  <a:pt x="836443" y="1333460"/>
                </a:lnTo>
                <a:lnTo>
                  <a:pt x="0" y="1333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"/>
          <p:cNvSpPr txBox="1"/>
          <p:nvPr>
            <p:ph type="title"/>
          </p:nvPr>
        </p:nvSpPr>
        <p:spPr>
          <a:xfrm>
            <a:off x="655875" y="2637975"/>
            <a:ext cx="16500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"/>
          <p:cNvSpPr txBox="1"/>
          <p:nvPr>
            <p:ph idx="1" type="body"/>
          </p:nvPr>
        </p:nvSpPr>
        <p:spPr>
          <a:xfrm>
            <a:off x="1981225" y="5942025"/>
            <a:ext cx="6927300" cy="29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57" name="Google Shape;57;p4"/>
          <p:cNvGrpSpPr/>
          <p:nvPr/>
        </p:nvGrpSpPr>
        <p:grpSpPr>
          <a:xfrm>
            <a:off x="11999778" y="8704662"/>
            <a:ext cx="5851052" cy="1310243"/>
            <a:chOff x="2" y="-564"/>
            <a:chExt cx="7801403" cy="1746991"/>
          </a:xfrm>
        </p:grpSpPr>
        <p:grpSp>
          <p:nvGrpSpPr>
            <p:cNvPr id="58" name="Google Shape;58;p4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59" name="Google Shape;59;p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" name="Google Shape;61;p4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62" name="Google Shape;62;p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" name="Google Shape;63;p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" name="Google Shape;64;p4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65" name="Google Shape;65;p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" name="Google Shape;67;p4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68" name="Google Shape;68;p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0" name="Google Shape;70;p4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71" name="Google Shape;71;p4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4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3" name="Google Shape;73;p4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74" name="Google Shape;74;p4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4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6" name="Google Shape;76;p4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77" name="Google Shape;77;p4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4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" name="Google Shape;79;p4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80" name="Google Shape;80;p4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4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2" name="Google Shape;82;p4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83" name="Google Shape;83;p4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4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5" name="Google Shape;85;p4"/>
          <p:cNvGrpSpPr/>
          <p:nvPr/>
        </p:nvGrpSpPr>
        <p:grpSpPr>
          <a:xfrm>
            <a:off x="503084" y="428766"/>
            <a:ext cx="5851052" cy="1310243"/>
            <a:chOff x="2" y="-564"/>
            <a:chExt cx="7801403" cy="1746991"/>
          </a:xfrm>
        </p:grpSpPr>
        <p:grpSp>
          <p:nvGrpSpPr>
            <p:cNvPr id="86" name="Google Shape;86;p4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87" name="Google Shape;87;p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" name="Google Shape;88;p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9" name="Google Shape;89;p4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90" name="Google Shape;90;p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" name="Google Shape;91;p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2" name="Google Shape;92;p4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93" name="Google Shape;93;p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" name="Google Shape;95;p4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96" name="Google Shape;96;p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8" name="Google Shape;98;p4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99" name="Google Shape;99;p4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" name="Google Shape;100;p4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1" name="Google Shape;101;p4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102" name="Google Shape;102;p4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" name="Google Shape;103;p4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4" name="Google Shape;104;p4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105" name="Google Shape;105;p4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" name="Google Shape;106;p4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7" name="Google Shape;107;p4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108" name="Google Shape;108;p4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" name="Google Shape;109;p4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0" name="Google Shape;110;p4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111" name="Google Shape;111;p4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" name="Google Shape;112;p4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3" name="Google Shape;113;p4"/>
          <p:cNvGrpSpPr/>
          <p:nvPr/>
        </p:nvGrpSpPr>
        <p:grpSpPr>
          <a:xfrm rot="2821244">
            <a:off x="16959832" y="165852"/>
            <a:ext cx="1057608" cy="1194515"/>
            <a:chOff x="-95789" y="-89371"/>
            <a:chExt cx="1410145" cy="1592687"/>
          </a:xfrm>
        </p:grpSpPr>
        <p:grpSp>
          <p:nvGrpSpPr>
            <p:cNvPr id="114" name="Google Shape;114;p4"/>
            <p:cNvGrpSpPr/>
            <p:nvPr/>
          </p:nvGrpSpPr>
          <p:grpSpPr>
            <a:xfrm rot="-2821068">
              <a:off x="134816" y="282908"/>
              <a:ext cx="943563" cy="1040889"/>
              <a:chOff x="0" y="-47625"/>
              <a:chExt cx="343200" cy="378600"/>
            </a:xfrm>
          </p:grpSpPr>
          <p:sp>
            <p:nvSpPr>
              <p:cNvPr id="115" name="Google Shape;115;p4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4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7" name="Google Shape;117;p4"/>
            <p:cNvGrpSpPr/>
            <p:nvPr/>
          </p:nvGrpSpPr>
          <p:grpSpPr>
            <a:xfrm rot="-2821068">
              <a:off x="140189" y="90147"/>
              <a:ext cx="943563" cy="1040889"/>
              <a:chOff x="0" y="-47625"/>
              <a:chExt cx="343200" cy="378600"/>
            </a:xfrm>
          </p:grpSpPr>
          <p:sp>
            <p:nvSpPr>
              <p:cNvPr id="118" name="Google Shape;118;p4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" name="Google Shape;119;p4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0" name="Google Shape;120;p4"/>
            <p:cNvGrpSpPr/>
            <p:nvPr/>
          </p:nvGrpSpPr>
          <p:grpSpPr>
            <a:xfrm>
              <a:off x="625032" y="253444"/>
              <a:ext cx="69946" cy="699550"/>
              <a:chOff x="0" y="-47625"/>
              <a:chExt cx="31856" cy="318600"/>
            </a:xfrm>
          </p:grpSpPr>
          <p:sp>
            <p:nvSpPr>
              <p:cNvPr id="121" name="Google Shape;121;p4"/>
              <p:cNvSpPr/>
              <p:nvPr/>
            </p:nvSpPr>
            <p:spPr>
              <a:xfrm>
                <a:off x="0" y="0"/>
                <a:ext cx="31856" cy="270933"/>
              </a:xfrm>
              <a:custGeom>
                <a:rect b="b" l="l" r="r" t="t"/>
                <a:pathLst>
                  <a:path extrusionOk="0" h="270933" w="31856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" name="Google Shape;122;p4"/>
              <p:cNvSpPr txBox="1"/>
              <p:nvPr/>
            </p:nvSpPr>
            <p:spPr>
              <a:xfrm>
                <a:off x="0" y="-47625"/>
                <a:ext cx="318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3" name="Google Shape;123;p4"/>
            <p:cNvGrpSpPr/>
            <p:nvPr/>
          </p:nvGrpSpPr>
          <p:grpSpPr>
            <a:xfrm rot="5400000">
              <a:off x="675978" y="305678"/>
              <a:ext cx="72520" cy="699550"/>
              <a:chOff x="0" y="-47625"/>
              <a:chExt cx="33028" cy="318600"/>
            </a:xfrm>
          </p:grpSpPr>
          <p:sp>
            <p:nvSpPr>
              <p:cNvPr id="124" name="Google Shape;124;p4"/>
              <p:cNvSpPr/>
              <p:nvPr/>
            </p:nvSpPr>
            <p:spPr>
              <a:xfrm>
                <a:off x="0" y="0"/>
                <a:ext cx="33028" cy="270933"/>
              </a:xfrm>
              <a:custGeom>
                <a:rect b="b" l="l" r="r" t="t"/>
                <a:pathLst>
                  <a:path extrusionOk="0" h="270933" w="33028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" name="Google Shape;125;p4"/>
              <p:cNvSpPr txBox="1"/>
              <p:nvPr/>
            </p:nvSpPr>
            <p:spPr>
              <a:xfrm>
                <a:off x="0" y="-47625"/>
                <a:ext cx="330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"/>
          <p:cNvSpPr txBox="1"/>
          <p:nvPr>
            <p:ph type="title"/>
          </p:nvPr>
        </p:nvSpPr>
        <p:spPr>
          <a:xfrm>
            <a:off x="740850" y="1382675"/>
            <a:ext cx="168063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0"/>
              <a:buNone/>
              <a:defRPr cap="none"/>
            </a:lvl1pPr>
            <a:lvl2pPr lvl="1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128" name="Google Shape;128;p5"/>
          <p:cNvSpPr txBox="1"/>
          <p:nvPr>
            <p:ph idx="1" type="body"/>
          </p:nvPr>
        </p:nvSpPr>
        <p:spPr>
          <a:xfrm>
            <a:off x="2579688" y="659766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500"/>
              <a:buNone/>
              <a:defRPr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5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500"/>
              <a:buNone/>
              <a:defRPr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500"/>
              <a:buNone/>
              <a:defRPr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500"/>
              <a:buNone/>
              <a:defRPr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1500"/>
              <a:buNone/>
              <a:defRPr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1500"/>
              <a:buNone/>
              <a:defRPr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1500"/>
              <a:buNone/>
              <a:defRPr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grpSp>
        <p:nvGrpSpPr>
          <p:cNvPr id="129" name="Google Shape;129;p5"/>
          <p:cNvGrpSpPr/>
          <p:nvPr/>
        </p:nvGrpSpPr>
        <p:grpSpPr>
          <a:xfrm rot="2821244">
            <a:off x="16959832" y="165852"/>
            <a:ext cx="1057608" cy="1194515"/>
            <a:chOff x="-95789" y="-89371"/>
            <a:chExt cx="1410145" cy="1592687"/>
          </a:xfrm>
        </p:grpSpPr>
        <p:grpSp>
          <p:nvGrpSpPr>
            <p:cNvPr id="130" name="Google Shape;130;p5"/>
            <p:cNvGrpSpPr/>
            <p:nvPr/>
          </p:nvGrpSpPr>
          <p:grpSpPr>
            <a:xfrm rot="-2821068">
              <a:off x="134816" y="282908"/>
              <a:ext cx="943563" cy="1040889"/>
              <a:chOff x="0" y="-47625"/>
              <a:chExt cx="343200" cy="378600"/>
            </a:xfrm>
          </p:grpSpPr>
          <p:sp>
            <p:nvSpPr>
              <p:cNvPr id="131" name="Google Shape;131;p5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" name="Google Shape;132;p5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3" name="Google Shape;133;p5"/>
            <p:cNvGrpSpPr/>
            <p:nvPr/>
          </p:nvGrpSpPr>
          <p:grpSpPr>
            <a:xfrm rot="-2821068">
              <a:off x="140189" y="90147"/>
              <a:ext cx="943563" cy="1040889"/>
              <a:chOff x="0" y="-47625"/>
              <a:chExt cx="343200" cy="378600"/>
            </a:xfrm>
          </p:grpSpPr>
          <p:sp>
            <p:nvSpPr>
              <p:cNvPr id="134" name="Google Shape;134;p5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" name="Google Shape;135;p5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6" name="Google Shape;136;p5"/>
            <p:cNvGrpSpPr/>
            <p:nvPr/>
          </p:nvGrpSpPr>
          <p:grpSpPr>
            <a:xfrm>
              <a:off x="625032" y="253444"/>
              <a:ext cx="69946" cy="699550"/>
              <a:chOff x="0" y="-47625"/>
              <a:chExt cx="31856" cy="318600"/>
            </a:xfrm>
          </p:grpSpPr>
          <p:sp>
            <p:nvSpPr>
              <p:cNvPr id="137" name="Google Shape;137;p5"/>
              <p:cNvSpPr/>
              <p:nvPr/>
            </p:nvSpPr>
            <p:spPr>
              <a:xfrm>
                <a:off x="0" y="0"/>
                <a:ext cx="31856" cy="270933"/>
              </a:xfrm>
              <a:custGeom>
                <a:rect b="b" l="l" r="r" t="t"/>
                <a:pathLst>
                  <a:path extrusionOk="0" h="270933" w="31856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5"/>
              <p:cNvSpPr txBox="1"/>
              <p:nvPr/>
            </p:nvSpPr>
            <p:spPr>
              <a:xfrm>
                <a:off x="0" y="-47625"/>
                <a:ext cx="318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9" name="Google Shape;139;p5"/>
            <p:cNvGrpSpPr/>
            <p:nvPr/>
          </p:nvGrpSpPr>
          <p:grpSpPr>
            <a:xfrm rot="5400000">
              <a:off x="675978" y="305678"/>
              <a:ext cx="72520" cy="699550"/>
              <a:chOff x="0" y="-47625"/>
              <a:chExt cx="33028" cy="318600"/>
            </a:xfrm>
          </p:grpSpPr>
          <p:sp>
            <p:nvSpPr>
              <p:cNvPr id="140" name="Google Shape;140;p5"/>
              <p:cNvSpPr/>
              <p:nvPr/>
            </p:nvSpPr>
            <p:spPr>
              <a:xfrm>
                <a:off x="0" y="0"/>
                <a:ext cx="33028" cy="270933"/>
              </a:xfrm>
              <a:custGeom>
                <a:rect b="b" l="l" r="r" t="t"/>
                <a:pathLst>
                  <a:path extrusionOk="0" h="270933" w="33028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" name="Google Shape;141;p5"/>
              <p:cNvSpPr txBox="1"/>
              <p:nvPr/>
            </p:nvSpPr>
            <p:spPr>
              <a:xfrm>
                <a:off x="0" y="-47625"/>
                <a:ext cx="330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42" name="Google Shape;142;p5"/>
          <p:cNvSpPr/>
          <p:nvPr/>
        </p:nvSpPr>
        <p:spPr>
          <a:xfrm>
            <a:off x="16422857" y="6279622"/>
            <a:ext cx="836443" cy="1333460"/>
          </a:xfrm>
          <a:custGeom>
            <a:rect b="b" l="l" r="r" t="t"/>
            <a:pathLst>
              <a:path extrusionOk="0" h="1333460" w="836443">
                <a:moveTo>
                  <a:pt x="0" y="0"/>
                </a:moveTo>
                <a:lnTo>
                  <a:pt x="836443" y="0"/>
                </a:lnTo>
                <a:lnTo>
                  <a:pt x="836443" y="1333460"/>
                </a:lnTo>
                <a:lnTo>
                  <a:pt x="0" y="1333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3" name="Google Shape;143;p5"/>
          <p:cNvGrpSpPr/>
          <p:nvPr/>
        </p:nvGrpSpPr>
        <p:grpSpPr>
          <a:xfrm>
            <a:off x="11999778" y="8704662"/>
            <a:ext cx="5851052" cy="1310243"/>
            <a:chOff x="2" y="-564"/>
            <a:chExt cx="7801403" cy="1746991"/>
          </a:xfrm>
        </p:grpSpPr>
        <p:grpSp>
          <p:nvGrpSpPr>
            <p:cNvPr id="144" name="Google Shape;144;p5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145" name="Google Shape;145;p5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5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7" name="Google Shape;147;p5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148" name="Google Shape;148;p5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" name="Google Shape;149;p5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0" name="Google Shape;150;p5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151" name="Google Shape;151;p5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5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3" name="Google Shape;153;p5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154" name="Google Shape;154;p5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p5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6" name="Google Shape;156;p5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157" name="Google Shape;157;p5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5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9" name="Google Shape;159;p5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160" name="Google Shape;160;p5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5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2" name="Google Shape;162;p5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163" name="Google Shape;163;p5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" name="Google Shape;164;p5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5" name="Google Shape;165;p5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166" name="Google Shape;166;p5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5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8" name="Google Shape;168;p5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169" name="Google Shape;169;p5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" name="Google Shape;170;p5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"/>
          <p:cNvSpPr txBox="1"/>
          <p:nvPr>
            <p:ph type="title"/>
          </p:nvPr>
        </p:nvSpPr>
        <p:spPr>
          <a:xfrm>
            <a:off x="671525" y="2586675"/>
            <a:ext cx="165951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6"/>
          <p:cNvSpPr txBox="1"/>
          <p:nvPr>
            <p:ph idx="1" type="body"/>
          </p:nvPr>
        </p:nvSpPr>
        <p:spPr>
          <a:xfrm>
            <a:off x="3219425" y="5529250"/>
            <a:ext cx="5643300" cy="29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385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1pPr>
            <a:lvl2pPr indent="-32385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2pPr>
            <a:lvl3pPr indent="-32385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3pPr>
            <a:lvl4pPr indent="-32385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4pPr>
            <a:lvl5pPr indent="-32385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/>
            </a:lvl5pPr>
            <a:lvl6pPr indent="-32385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6pPr>
            <a:lvl7pPr indent="-32385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7pPr>
            <a:lvl8pPr indent="-32385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8pPr>
            <a:lvl9pPr indent="-32385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9pPr>
          </a:lstStyle>
          <a:p/>
        </p:txBody>
      </p:sp>
      <p:sp>
        <p:nvSpPr>
          <p:cNvPr id="174" name="Google Shape;174;p6"/>
          <p:cNvSpPr txBox="1"/>
          <p:nvPr>
            <p:ph idx="2" type="body"/>
          </p:nvPr>
        </p:nvSpPr>
        <p:spPr>
          <a:xfrm>
            <a:off x="9075569" y="5529250"/>
            <a:ext cx="5643300" cy="29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385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1pPr>
            <a:lvl2pPr indent="-32385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2pPr>
            <a:lvl3pPr indent="-32385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3pPr>
            <a:lvl4pPr indent="-32385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4pPr>
            <a:lvl5pPr indent="-32385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/>
            </a:lvl5pPr>
            <a:lvl6pPr indent="-32385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6pPr>
            <a:lvl7pPr indent="-32385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7pPr>
            <a:lvl8pPr indent="-32385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8pPr>
            <a:lvl9pPr indent="-32385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9pPr>
          </a:lstStyle>
          <a:p/>
        </p:txBody>
      </p:sp>
      <p:grpSp>
        <p:nvGrpSpPr>
          <p:cNvPr id="175" name="Google Shape;175;p6"/>
          <p:cNvGrpSpPr/>
          <p:nvPr/>
        </p:nvGrpSpPr>
        <p:grpSpPr>
          <a:xfrm>
            <a:off x="417483" y="242355"/>
            <a:ext cx="5851052" cy="1310243"/>
            <a:chOff x="0" y="-241102"/>
            <a:chExt cx="7801402" cy="1746991"/>
          </a:xfrm>
        </p:grpSpPr>
        <p:grpSp>
          <p:nvGrpSpPr>
            <p:cNvPr id="176" name="Google Shape;176;p6"/>
            <p:cNvGrpSpPr/>
            <p:nvPr/>
          </p:nvGrpSpPr>
          <p:grpSpPr>
            <a:xfrm>
              <a:off x="0" y="-241102"/>
              <a:ext cx="2173362" cy="520931"/>
              <a:chOff x="0" y="-47625"/>
              <a:chExt cx="429306" cy="102900"/>
            </a:xfrm>
          </p:grpSpPr>
          <p:sp>
            <p:nvSpPr>
              <p:cNvPr id="177" name="Google Shape;177;p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" name="Google Shape;178;p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9" name="Google Shape;179;p6"/>
            <p:cNvGrpSpPr/>
            <p:nvPr/>
          </p:nvGrpSpPr>
          <p:grpSpPr>
            <a:xfrm>
              <a:off x="2571714" y="-241102"/>
              <a:ext cx="2173362" cy="520931"/>
              <a:chOff x="0" y="-47625"/>
              <a:chExt cx="429306" cy="102900"/>
            </a:xfrm>
          </p:grpSpPr>
          <p:sp>
            <p:nvSpPr>
              <p:cNvPr id="180" name="Google Shape;180;p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2" name="Google Shape;182;p6"/>
            <p:cNvGrpSpPr/>
            <p:nvPr/>
          </p:nvGrpSpPr>
          <p:grpSpPr>
            <a:xfrm>
              <a:off x="1345333" y="575061"/>
              <a:ext cx="2173362" cy="520931"/>
              <a:chOff x="0" y="-47625"/>
              <a:chExt cx="429306" cy="102900"/>
            </a:xfrm>
          </p:grpSpPr>
          <p:sp>
            <p:nvSpPr>
              <p:cNvPr id="183" name="Google Shape;183;p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5" name="Google Shape;185;p6"/>
            <p:cNvGrpSpPr/>
            <p:nvPr/>
          </p:nvGrpSpPr>
          <p:grpSpPr>
            <a:xfrm>
              <a:off x="3658396" y="563639"/>
              <a:ext cx="2173362" cy="520931"/>
              <a:chOff x="0" y="-47625"/>
              <a:chExt cx="429306" cy="102900"/>
            </a:xfrm>
          </p:grpSpPr>
          <p:sp>
            <p:nvSpPr>
              <p:cNvPr id="186" name="Google Shape;186;p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8" name="Google Shape;188;p6"/>
            <p:cNvGrpSpPr/>
            <p:nvPr/>
          </p:nvGrpSpPr>
          <p:grpSpPr>
            <a:xfrm>
              <a:off x="5314643" y="-241102"/>
              <a:ext cx="1191034" cy="520931"/>
              <a:chOff x="0" y="-47625"/>
              <a:chExt cx="235266" cy="102900"/>
            </a:xfrm>
          </p:grpSpPr>
          <p:sp>
            <p:nvSpPr>
              <p:cNvPr id="189" name="Google Shape;189;p6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6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1" name="Google Shape;191;p6"/>
            <p:cNvGrpSpPr/>
            <p:nvPr/>
          </p:nvGrpSpPr>
          <p:grpSpPr>
            <a:xfrm>
              <a:off x="6610368" y="563639"/>
              <a:ext cx="1191034" cy="520931"/>
              <a:chOff x="0" y="-47625"/>
              <a:chExt cx="235266" cy="102900"/>
            </a:xfrm>
          </p:grpSpPr>
          <p:sp>
            <p:nvSpPr>
              <p:cNvPr id="192" name="Google Shape;192;p6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6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4" name="Google Shape;194;p6"/>
            <p:cNvGrpSpPr/>
            <p:nvPr/>
          </p:nvGrpSpPr>
          <p:grpSpPr>
            <a:xfrm>
              <a:off x="0" y="586483"/>
              <a:ext cx="1202850" cy="498150"/>
              <a:chOff x="0" y="-47625"/>
              <a:chExt cx="237600" cy="98400"/>
            </a:xfrm>
          </p:grpSpPr>
          <p:sp>
            <p:nvSpPr>
              <p:cNvPr id="195" name="Google Shape;195;p6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6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7" name="Google Shape;197;p6"/>
            <p:cNvGrpSpPr/>
            <p:nvPr/>
          </p:nvGrpSpPr>
          <p:grpSpPr>
            <a:xfrm>
              <a:off x="0" y="165164"/>
              <a:ext cx="4377448" cy="520931"/>
              <a:chOff x="0" y="-47625"/>
              <a:chExt cx="864681" cy="102900"/>
            </a:xfrm>
          </p:grpSpPr>
          <p:sp>
            <p:nvSpPr>
              <p:cNvPr id="198" name="Google Shape;198;p6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" name="Google Shape;199;p6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0" name="Google Shape;200;p6"/>
            <p:cNvGrpSpPr/>
            <p:nvPr/>
          </p:nvGrpSpPr>
          <p:grpSpPr>
            <a:xfrm>
              <a:off x="0" y="984958"/>
              <a:ext cx="4377448" cy="520931"/>
              <a:chOff x="0" y="-47625"/>
              <a:chExt cx="864681" cy="102900"/>
            </a:xfrm>
          </p:grpSpPr>
          <p:sp>
            <p:nvSpPr>
              <p:cNvPr id="201" name="Google Shape;201;p6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6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03" name="Google Shape;203;p6"/>
          <p:cNvGrpSpPr/>
          <p:nvPr/>
        </p:nvGrpSpPr>
        <p:grpSpPr>
          <a:xfrm>
            <a:off x="11999778" y="8693380"/>
            <a:ext cx="5851052" cy="1310243"/>
            <a:chOff x="2" y="-564"/>
            <a:chExt cx="7801403" cy="1746991"/>
          </a:xfrm>
        </p:grpSpPr>
        <p:grpSp>
          <p:nvGrpSpPr>
            <p:cNvPr id="204" name="Google Shape;204;p6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205" name="Google Shape;205;p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7" name="Google Shape;207;p6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208" name="Google Shape;208;p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0" name="Google Shape;210;p6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211" name="Google Shape;211;p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3" name="Google Shape;213;p6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214" name="Google Shape;214;p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6" name="Google Shape;216;p6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217" name="Google Shape;217;p6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6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9" name="Google Shape;219;p6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220" name="Google Shape;220;p6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6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2" name="Google Shape;222;p6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223" name="Google Shape;223;p6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" name="Google Shape;224;p6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5" name="Google Shape;225;p6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226" name="Google Shape;226;p6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6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8" name="Google Shape;228;p6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229" name="Google Shape;229;p6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6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31" name="Google Shape;231;p6"/>
          <p:cNvSpPr/>
          <p:nvPr/>
        </p:nvSpPr>
        <p:spPr>
          <a:xfrm>
            <a:off x="14123600" y="4763750"/>
            <a:ext cx="836443" cy="1333460"/>
          </a:xfrm>
          <a:custGeom>
            <a:rect b="b" l="l" r="r" t="t"/>
            <a:pathLst>
              <a:path extrusionOk="0" h="1333460" w="836443">
                <a:moveTo>
                  <a:pt x="0" y="0"/>
                </a:moveTo>
                <a:lnTo>
                  <a:pt x="836443" y="0"/>
                </a:lnTo>
                <a:lnTo>
                  <a:pt x="836443" y="1333460"/>
                </a:lnTo>
                <a:lnTo>
                  <a:pt x="0" y="1333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32" name="Google Shape;232;p6"/>
          <p:cNvGrpSpPr/>
          <p:nvPr/>
        </p:nvGrpSpPr>
        <p:grpSpPr>
          <a:xfrm rot="2821244">
            <a:off x="16959832" y="165852"/>
            <a:ext cx="1057608" cy="1194515"/>
            <a:chOff x="-95789" y="-89371"/>
            <a:chExt cx="1410145" cy="1592687"/>
          </a:xfrm>
        </p:grpSpPr>
        <p:grpSp>
          <p:nvGrpSpPr>
            <p:cNvPr id="233" name="Google Shape;233;p6"/>
            <p:cNvGrpSpPr/>
            <p:nvPr/>
          </p:nvGrpSpPr>
          <p:grpSpPr>
            <a:xfrm rot="-2821068">
              <a:off x="134816" y="282908"/>
              <a:ext cx="943563" cy="1040889"/>
              <a:chOff x="0" y="-47625"/>
              <a:chExt cx="343200" cy="378600"/>
            </a:xfrm>
          </p:grpSpPr>
          <p:sp>
            <p:nvSpPr>
              <p:cNvPr id="234" name="Google Shape;234;p6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6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6" name="Google Shape;236;p6"/>
            <p:cNvGrpSpPr/>
            <p:nvPr/>
          </p:nvGrpSpPr>
          <p:grpSpPr>
            <a:xfrm rot="-2821068">
              <a:off x="140189" y="90147"/>
              <a:ext cx="943563" cy="1040889"/>
              <a:chOff x="0" y="-47625"/>
              <a:chExt cx="343200" cy="378600"/>
            </a:xfrm>
          </p:grpSpPr>
          <p:sp>
            <p:nvSpPr>
              <p:cNvPr id="237" name="Google Shape;237;p6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6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9" name="Google Shape;239;p6"/>
            <p:cNvGrpSpPr/>
            <p:nvPr/>
          </p:nvGrpSpPr>
          <p:grpSpPr>
            <a:xfrm>
              <a:off x="625032" y="253444"/>
              <a:ext cx="69946" cy="699550"/>
              <a:chOff x="0" y="-47625"/>
              <a:chExt cx="31856" cy="318600"/>
            </a:xfrm>
          </p:grpSpPr>
          <p:sp>
            <p:nvSpPr>
              <p:cNvPr id="240" name="Google Shape;240;p6"/>
              <p:cNvSpPr/>
              <p:nvPr/>
            </p:nvSpPr>
            <p:spPr>
              <a:xfrm>
                <a:off x="0" y="0"/>
                <a:ext cx="31856" cy="270933"/>
              </a:xfrm>
              <a:custGeom>
                <a:rect b="b" l="l" r="r" t="t"/>
                <a:pathLst>
                  <a:path extrusionOk="0" h="270933" w="31856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6"/>
              <p:cNvSpPr txBox="1"/>
              <p:nvPr/>
            </p:nvSpPr>
            <p:spPr>
              <a:xfrm>
                <a:off x="0" y="-47625"/>
                <a:ext cx="318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2" name="Google Shape;242;p6"/>
            <p:cNvGrpSpPr/>
            <p:nvPr/>
          </p:nvGrpSpPr>
          <p:grpSpPr>
            <a:xfrm rot="5400000">
              <a:off x="675978" y="305678"/>
              <a:ext cx="72520" cy="699550"/>
              <a:chOff x="0" y="-47625"/>
              <a:chExt cx="33028" cy="318600"/>
            </a:xfrm>
          </p:grpSpPr>
          <p:sp>
            <p:nvSpPr>
              <p:cNvPr id="243" name="Google Shape;243;p6"/>
              <p:cNvSpPr/>
              <p:nvPr/>
            </p:nvSpPr>
            <p:spPr>
              <a:xfrm>
                <a:off x="0" y="0"/>
                <a:ext cx="33028" cy="270933"/>
              </a:xfrm>
              <a:custGeom>
                <a:rect b="b" l="l" r="r" t="t"/>
                <a:pathLst>
                  <a:path extrusionOk="0" h="270933" w="33028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" name="Google Shape;244;p6"/>
              <p:cNvSpPr txBox="1"/>
              <p:nvPr/>
            </p:nvSpPr>
            <p:spPr>
              <a:xfrm>
                <a:off x="0" y="-47625"/>
                <a:ext cx="330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7"/>
          <p:cNvSpPr txBox="1"/>
          <p:nvPr>
            <p:ph type="title"/>
          </p:nvPr>
        </p:nvSpPr>
        <p:spPr>
          <a:xfrm>
            <a:off x="576300" y="2672488"/>
            <a:ext cx="16500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p7"/>
          <p:cNvSpPr txBox="1"/>
          <p:nvPr>
            <p:ph idx="1" type="body"/>
          </p:nvPr>
        </p:nvSpPr>
        <p:spPr>
          <a:xfrm>
            <a:off x="1528775" y="5556275"/>
            <a:ext cx="50142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385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1pPr>
            <a:lvl2pPr indent="-3238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2pPr>
            <a:lvl3pPr indent="-32385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3pPr>
            <a:lvl4pPr indent="-32385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4pPr>
            <a:lvl5pPr indent="-32385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/>
            </a:lvl5pPr>
            <a:lvl6pPr indent="-32385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6pPr>
            <a:lvl7pPr indent="-32385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7pPr>
            <a:lvl8pPr indent="-32385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8pPr>
            <a:lvl9pPr indent="-32385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9pPr>
          </a:lstStyle>
          <a:p/>
        </p:txBody>
      </p:sp>
      <p:sp>
        <p:nvSpPr>
          <p:cNvPr id="248" name="Google Shape;248;p7"/>
          <p:cNvSpPr txBox="1"/>
          <p:nvPr>
            <p:ph idx="2" type="body"/>
          </p:nvPr>
        </p:nvSpPr>
        <p:spPr>
          <a:xfrm>
            <a:off x="6726129" y="5556275"/>
            <a:ext cx="50160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385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1pPr>
            <a:lvl2pPr indent="-3238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2pPr>
            <a:lvl3pPr indent="-32385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3pPr>
            <a:lvl4pPr indent="-32385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4pPr>
            <a:lvl5pPr indent="-32385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/>
            </a:lvl5pPr>
            <a:lvl6pPr indent="-32385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6pPr>
            <a:lvl7pPr indent="-32385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7pPr>
            <a:lvl8pPr indent="-32385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8pPr>
            <a:lvl9pPr indent="-32385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9pPr>
          </a:lstStyle>
          <a:p/>
        </p:txBody>
      </p:sp>
      <p:grpSp>
        <p:nvGrpSpPr>
          <p:cNvPr id="249" name="Google Shape;249;p7"/>
          <p:cNvGrpSpPr/>
          <p:nvPr/>
        </p:nvGrpSpPr>
        <p:grpSpPr>
          <a:xfrm>
            <a:off x="11999778" y="8693380"/>
            <a:ext cx="5851052" cy="1310243"/>
            <a:chOff x="2" y="-564"/>
            <a:chExt cx="7801403" cy="1746991"/>
          </a:xfrm>
        </p:grpSpPr>
        <p:grpSp>
          <p:nvGrpSpPr>
            <p:cNvPr id="250" name="Google Shape;250;p7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251" name="Google Shape;251;p7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7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3" name="Google Shape;253;p7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254" name="Google Shape;254;p7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" name="Google Shape;255;p7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6" name="Google Shape;256;p7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257" name="Google Shape;257;p7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7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9" name="Google Shape;259;p7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260" name="Google Shape;260;p7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7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2" name="Google Shape;262;p7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263" name="Google Shape;263;p7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" name="Google Shape;264;p7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5" name="Google Shape;265;p7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266" name="Google Shape;266;p7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7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8" name="Google Shape;268;p7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269" name="Google Shape;269;p7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p7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1" name="Google Shape;271;p7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272" name="Google Shape;272;p7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7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4" name="Google Shape;274;p7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275" name="Google Shape;275;p7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" name="Google Shape;276;p7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7" name="Google Shape;277;p7"/>
          <p:cNvGrpSpPr/>
          <p:nvPr/>
        </p:nvGrpSpPr>
        <p:grpSpPr>
          <a:xfrm rot="2821244">
            <a:off x="16959832" y="165852"/>
            <a:ext cx="1057608" cy="1194515"/>
            <a:chOff x="-95789" y="-89371"/>
            <a:chExt cx="1410145" cy="1592687"/>
          </a:xfrm>
        </p:grpSpPr>
        <p:grpSp>
          <p:nvGrpSpPr>
            <p:cNvPr id="278" name="Google Shape;278;p7"/>
            <p:cNvGrpSpPr/>
            <p:nvPr/>
          </p:nvGrpSpPr>
          <p:grpSpPr>
            <a:xfrm rot="-2821068">
              <a:off x="134816" y="282908"/>
              <a:ext cx="943563" cy="1040889"/>
              <a:chOff x="0" y="-47625"/>
              <a:chExt cx="343200" cy="378600"/>
            </a:xfrm>
          </p:grpSpPr>
          <p:sp>
            <p:nvSpPr>
              <p:cNvPr id="279" name="Google Shape;279;p7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" name="Google Shape;280;p7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1" name="Google Shape;281;p7"/>
            <p:cNvGrpSpPr/>
            <p:nvPr/>
          </p:nvGrpSpPr>
          <p:grpSpPr>
            <a:xfrm rot="-2821068">
              <a:off x="140189" y="90147"/>
              <a:ext cx="943563" cy="1040889"/>
              <a:chOff x="0" y="-47625"/>
              <a:chExt cx="343200" cy="378600"/>
            </a:xfrm>
          </p:grpSpPr>
          <p:sp>
            <p:nvSpPr>
              <p:cNvPr id="282" name="Google Shape;282;p7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" name="Google Shape;283;p7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4" name="Google Shape;284;p7"/>
            <p:cNvGrpSpPr/>
            <p:nvPr/>
          </p:nvGrpSpPr>
          <p:grpSpPr>
            <a:xfrm>
              <a:off x="625032" y="253444"/>
              <a:ext cx="69946" cy="699550"/>
              <a:chOff x="0" y="-47625"/>
              <a:chExt cx="31856" cy="318600"/>
            </a:xfrm>
          </p:grpSpPr>
          <p:sp>
            <p:nvSpPr>
              <p:cNvPr id="285" name="Google Shape;285;p7"/>
              <p:cNvSpPr/>
              <p:nvPr/>
            </p:nvSpPr>
            <p:spPr>
              <a:xfrm>
                <a:off x="0" y="0"/>
                <a:ext cx="31856" cy="270933"/>
              </a:xfrm>
              <a:custGeom>
                <a:rect b="b" l="l" r="r" t="t"/>
                <a:pathLst>
                  <a:path extrusionOk="0" h="270933" w="31856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" name="Google Shape;286;p7"/>
              <p:cNvSpPr txBox="1"/>
              <p:nvPr/>
            </p:nvSpPr>
            <p:spPr>
              <a:xfrm>
                <a:off x="0" y="-47625"/>
                <a:ext cx="318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7" name="Google Shape;287;p7"/>
            <p:cNvGrpSpPr/>
            <p:nvPr/>
          </p:nvGrpSpPr>
          <p:grpSpPr>
            <a:xfrm rot="5400000">
              <a:off x="675978" y="305678"/>
              <a:ext cx="72520" cy="699550"/>
              <a:chOff x="0" y="-47625"/>
              <a:chExt cx="33028" cy="318600"/>
            </a:xfrm>
          </p:grpSpPr>
          <p:sp>
            <p:nvSpPr>
              <p:cNvPr id="288" name="Google Shape;288;p7"/>
              <p:cNvSpPr/>
              <p:nvPr/>
            </p:nvSpPr>
            <p:spPr>
              <a:xfrm>
                <a:off x="0" y="0"/>
                <a:ext cx="33028" cy="270933"/>
              </a:xfrm>
              <a:custGeom>
                <a:rect b="b" l="l" r="r" t="t"/>
                <a:pathLst>
                  <a:path extrusionOk="0" h="270933" w="33028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" name="Google Shape;289;p7"/>
              <p:cNvSpPr txBox="1"/>
              <p:nvPr/>
            </p:nvSpPr>
            <p:spPr>
              <a:xfrm>
                <a:off x="0" y="-47625"/>
                <a:ext cx="330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90" name="Google Shape;290;p7"/>
          <p:cNvSpPr/>
          <p:nvPr/>
        </p:nvSpPr>
        <p:spPr>
          <a:xfrm>
            <a:off x="15378768" y="4930826"/>
            <a:ext cx="836443" cy="1333460"/>
          </a:xfrm>
          <a:custGeom>
            <a:rect b="b" l="l" r="r" t="t"/>
            <a:pathLst>
              <a:path extrusionOk="0" h="1333460" w="836443">
                <a:moveTo>
                  <a:pt x="0" y="0"/>
                </a:moveTo>
                <a:lnTo>
                  <a:pt x="836443" y="0"/>
                </a:lnTo>
                <a:lnTo>
                  <a:pt x="836443" y="1333460"/>
                </a:lnTo>
                <a:lnTo>
                  <a:pt x="0" y="1333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8"/>
          <p:cNvSpPr txBox="1"/>
          <p:nvPr>
            <p:ph type="title"/>
          </p:nvPr>
        </p:nvSpPr>
        <p:spPr>
          <a:xfrm>
            <a:off x="751125" y="2798775"/>
            <a:ext cx="16500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93" name="Google Shape;293;p8"/>
          <p:cNvGrpSpPr/>
          <p:nvPr/>
        </p:nvGrpSpPr>
        <p:grpSpPr>
          <a:xfrm>
            <a:off x="11999778" y="8693380"/>
            <a:ext cx="5851052" cy="1310243"/>
            <a:chOff x="2" y="-564"/>
            <a:chExt cx="7801403" cy="1746991"/>
          </a:xfrm>
        </p:grpSpPr>
        <p:grpSp>
          <p:nvGrpSpPr>
            <p:cNvPr id="294" name="Google Shape;294;p8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295" name="Google Shape;295;p8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" name="Google Shape;296;p8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7" name="Google Shape;297;p8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298" name="Google Shape;298;p8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" name="Google Shape;299;p8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0" name="Google Shape;300;p8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301" name="Google Shape;301;p8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" name="Google Shape;302;p8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3" name="Google Shape;303;p8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304" name="Google Shape;304;p8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" name="Google Shape;305;p8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6" name="Google Shape;306;p8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307" name="Google Shape;307;p8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" name="Google Shape;308;p8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9" name="Google Shape;309;p8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310" name="Google Shape;310;p8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" name="Google Shape;311;p8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2" name="Google Shape;312;p8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313" name="Google Shape;313;p8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" name="Google Shape;314;p8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5" name="Google Shape;315;p8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316" name="Google Shape;316;p8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" name="Google Shape;317;p8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8" name="Google Shape;318;p8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319" name="Google Shape;319;p8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" name="Google Shape;320;p8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21" name="Google Shape;321;p8"/>
          <p:cNvGrpSpPr/>
          <p:nvPr/>
        </p:nvGrpSpPr>
        <p:grpSpPr>
          <a:xfrm rot="2821244">
            <a:off x="16959832" y="165852"/>
            <a:ext cx="1057608" cy="1194515"/>
            <a:chOff x="-95789" y="-89371"/>
            <a:chExt cx="1410145" cy="1592687"/>
          </a:xfrm>
        </p:grpSpPr>
        <p:grpSp>
          <p:nvGrpSpPr>
            <p:cNvPr id="322" name="Google Shape;322;p8"/>
            <p:cNvGrpSpPr/>
            <p:nvPr/>
          </p:nvGrpSpPr>
          <p:grpSpPr>
            <a:xfrm rot="-2821068">
              <a:off x="134816" y="282908"/>
              <a:ext cx="943563" cy="1040889"/>
              <a:chOff x="0" y="-47625"/>
              <a:chExt cx="343200" cy="378600"/>
            </a:xfrm>
          </p:grpSpPr>
          <p:sp>
            <p:nvSpPr>
              <p:cNvPr id="323" name="Google Shape;323;p8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" name="Google Shape;324;p8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5" name="Google Shape;325;p8"/>
            <p:cNvGrpSpPr/>
            <p:nvPr/>
          </p:nvGrpSpPr>
          <p:grpSpPr>
            <a:xfrm rot="-2821068">
              <a:off x="140189" y="90147"/>
              <a:ext cx="943563" cy="1040889"/>
              <a:chOff x="0" y="-47625"/>
              <a:chExt cx="343200" cy="378600"/>
            </a:xfrm>
          </p:grpSpPr>
          <p:sp>
            <p:nvSpPr>
              <p:cNvPr id="326" name="Google Shape;326;p8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" name="Google Shape;327;p8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8" name="Google Shape;328;p8"/>
            <p:cNvGrpSpPr/>
            <p:nvPr/>
          </p:nvGrpSpPr>
          <p:grpSpPr>
            <a:xfrm>
              <a:off x="625032" y="253444"/>
              <a:ext cx="69946" cy="699550"/>
              <a:chOff x="0" y="-47625"/>
              <a:chExt cx="31856" cy="318600"/>
            </a:xfrm>
          </p:grpSpPr>
          <p:sp>
            <p:nvSpPr>
              <p:cNvPr id="329" name="Google Shape;329;p8"/>
              <p:cNvSpPr/>
              <p:nvPr/>
            </p:nvSpPr>
            <p:spPr>
              <a:xfrm>
                <a:off x="0" y="0"/>
                <a:ext cx="31856" cy="270933"/>
              </a:xfrm>
              <a:custGeom>
                <a:rect b="b" l="l" r="r" t="t"/>
                <a:pathLst>
                  <a:path extrusionOk="0" h="270933" w="31856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" name="Google Shape;330;p8"/>
              <p:cNvSpPr txBox="1"/>
              <p:nvPr/>
            </p:nvSpPr>
            <p:spPr>
              <a:xfrm>
                <a:off x="0" y="-47625"/>
                <a:ext cx="318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1" name="Google Shape;331;p8"/>
            <p:cNvGrpSpPr/>
            <p:nvPr/>
          </p:nvGrpSpPr>
          <p:grpSpPr>
            <a:xfrm rot="5400000">
              <a:off x="675978" y="305678"/>
              <a:ext cx="72520" cy="699550"/>
              <a:chOff x="0" y="-47625"/>
              <a:chExt cx="33028" cy="318600"/>
            </a:xfrm>
          </p:grpSpPr>
          <p:sp>
            <p:nvSpPr>
              <p:cNvPr id="332" name="Google Shape;332;p8"/>
              <p:cNvSpPr/>
              <p:nvPr/>
            </p:nvSpPr>
            <p:spPr>
              <a:xfrm>
                <a:off x="0" y="0"/>
                <a:ext cx="33028" cy="270933"/>
              </a:xfrm>
              <a:custGeom>
                <a:rect b="b" l="l" r="r" t="t"/>
                <a:pathLst>
                  <a:path extrusionOk="0" h="270933" w="33028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" name="Google Shape;333;p8"/>
              <p:cNvSpPr txBox="1"/>
              <p:nvPr/>
            </p:nvSpPr>
            <p:spPr>
              <a:xfrm>
                <a:off x="0" y="-47625"/>
                <a:ext cx="330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34" name="Google Shape;334;p8"/>
          <p:cNvSpPr/>
          <p:nvPr/>
        </p:nvSpPr>
        <p:spPr>
          <a:xfrm>
            <a:off x="15378768" y="4930826"/>
            <a:ext cx="836443" cy="1333460"/>
          </a:xfrm>
          <a:custGeom>
            <a:rect b="b" l="l" r="r" t="t"/>
            <a:pathLst>
              <a:path extrusionOk="0" h="1333460" w="836443">
                <a:moveTo>
                  <a:pt x="0" y="0"/>
                </a:moveTo>
                <a:lnTo>
                  <a:pt x="836443" y="0"/>
                </a:lnTo>
                <a:lnTo>
                  <a:pt x="836443" y="1333460"/>
                </a:lnTo>
                <a:lnTo>
                  <a:pt x="0" y="1333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9"/>
          <p:cNvSpPr txBox="1"/>
          <p:nvPr>
            <p:ph type="title"/>
          </p:nvPr>
        </p:nvSpPr>
        <p:spPr>
          <a:xfrm>
            <a:off x="742950" y="4058913"/>
            <a:ext cx="164046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337" name="Google Shape;337;p9"/>
          <p:cNvSpPr txBox="1"/>
          <p:nvPr>
            <p:ph idx="1" type="body"/>
          </p:nvPr>
        </p:nvSpPr>
        <p:spPr>
          <a:xfrm>
            <a:off x="5336650" y="5817575"/>
            <a:ext cx="7453200" cy="30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385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1pPr>
            <a:lvl2pPr indent="-32385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2pPr>
            <a:lvl3pPr indent="-32385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3pPr>
            <a:lvl4pPr indent="-32385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4pPr>
            <a:lvl5pPr indent="-32385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/>
            </a:lvl5pPr>
            <a:lvl6pPr indent="-32385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6pPr>
            <a:lvl7pPr indent="-32385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7pPr>
            <a:lvl8pPr indent="-32385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8pPr>
            <a:lvl9pPr indent="-32385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9pPr>
          </a:lstStyle>
          <a:p/>
        </p:txBody>
      </p:sp>
      <p:sp>
        <p:nvSpPr>
          <p:cNvPr id="338" name="Google Shape;338;p9"/>
          <p:cNvSpPr txBox="1"/>
          <p:nvPr>
            <p:ph idx="2" type="body"/>
          </p:nvPr>
        </p:nvSpPr>
        <p:spPr>
          <a:xfrm>
            <a:off x="742950" y="5817580"/>
            <a:ext cx="4386600" cy="3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9pPr>
          </a:lstStyle>
          <a:p/>
        </p:txBody>
      </p:sp>
      <p:grpSp>
        <p:nvGrpSpPr>
          <p:cNvPr id="339" name="Google Shape;339;p9"/>
          <p:cNvGrpSpPr/>
          <p:nvPr/>
        </p:nvGrpSpPr>
        <p:grpSpPr>
          <a:xfrm rot="2821244">
            <a:off x="16959832" y="165852"/>
            <a:ext cx="1057608" cy="1194515"/>
            <a:chOff x="-95789" y="-89371"/>
            <a:chExt cx="1410145" cy="1592687"/>
          </a:xfrm>
        </p:grpSpPr>
        <p:grpSp>
          <p:nvGrpSpPr>
            <p:cNvPr id="340" name="Google Shape;340;p9"/>
            <p:cNvGrpSpPr/>
            <p:nvPr/>
          </p:nvGrpSpPr>
          <p:grpSpPr>
            <a:xfrm rot="-2821068">
              <a:off x="134816" y="282908"/>
              <a:ext cx="943563" cy="1040889"/>
              <a:chOff x="0" y="-47625"/>
              <a:chExt cx="343200" cy="378600"/>
            </a:xfrm>
          </p:grpSpPr>
          <p:sp>
            <p:nvSpPr>
              <p:cNvPr id="341" name="Google Shape;341;p9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" name="Google Shape;342;p9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3" name="Google Shape;343;p9"/>
            <p:cNvGrpSpPr/>
            <p:nvPr/>
          </p:nvGrpSpPr>
          <p:grpSpPr>
            <a:xfrm rot="-2821068">
              <a:off x="140189" y="90147"/>
              <a:ext cx="943563" cy="1040889"/>
              <a:chOff x="0" y="-47625"/>
              <a:chExt cx="343200" cy="378600"/>
            </a:xfrm>
          </p:grpSpPr>
          <p:sp>
            <p:nvSpPr>
              <p:cNvPr id="344" name="Google Shape;344;p9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" name="Google Shape;345;p9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6" name="Google Shape;346;p9"/>
            <p:cNvGrpSpPr/>
            <p:nvPr/>
          </p:nvGrpSpPr>
          <p:grpSpPr>
            <a:xfrm>
              <a:off x="625032" y="253444"/>
              <a:ext cx="69946" cy="699550"/>
              <a:chOff x="0" y="-47625"/>
              <a:chExt cx="31856" cy="318600"/>
            </a:xfrm>
          </p:grpSpPr>
          <p:sp>
            <p:nvSpPr>
              <p:cNvPr id="347" name="Google Shape;347;p9"/>
              <p:cNvSpPr/>
              <p:nvPr/>
            </p:nvSpPr>
            <p:spPr>
              <a:xfrm>
                <a:off x="0" y="0"/>
                <a:ext cx="31856" cy="270933"/>
              </a:xfrm>
              <a:custGeom>
                <a:rect b="b" l="l" r="r" t="t"/>
                <a:pathLst>
                  <a:path extrusionOk="0" h="270933" w="31856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" name="Google Shape;348;p9"/>
              <p:cNvSpPr txBox="1"/>
              <p:nvPr/>
            </p:nvSpPr>
            <p:spPr>
              <a:xfrm>
                <a:off x="0" y="-47625"/>
                <a:ext cx="318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9" name="Google Shape;349;p9"/>
            <p:cNvGrpSpPr/>
            <p:nvPr/>
          </p:nvGrpSpPr>
          <p:grpSpPr>
            <a:xfrm rot="5400000">
              <a:off x="675978" y="305678"/>
              <a:ext cx="72520" cy="699550"/>
              <a:chOff x="0" y="-47625"/>
              <a:chExt cx="33028" cy="318600"/>
            </a:xfrm>
          </p:grpSpPr>
          <p:sp>
            <p:nvSpPr>
              <p:cNvPr id="350" name="Google Shape;350;p9"/>
              <p:cNvSpPr/>
              <p:nvPr/>
            </p:nvSpPr>
            <p:spPr>
              <a:xfrm>
                <a:off x="0" y="0"/>
                <a:ext cx="33028" cy="270933"/>
              </a:xfrm>
              <a:custGeom>
                <a:rect b="b" l="l" r="r" t="t"/>
                <a:pathLst>
                  <a:path extrusionOk="0" h="270933" w="33028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" name="Google Shape;351;p9"/>
              <p:cNvSpPr txBox="1"/>
              <p:nvPr/>
            </p:nvSpPr>
            <p:spPr>
              <a:xfrm>
                <a:off x="0" y="-47625"/>
                <a:ext cx="330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52" name="Google Shape;352;p9"/>
          <p:cNvSpPr/>
          <p:nvPr/>
        </p:nvSpPr>
        <p:spPr>
          <a:xfrm>
            <a:off x="14580281" y="4222181"/>
            <a:ext cx="836443" cy="1333460"/>
          </a:xfrm>
          <a:custGeom>
            <a:rect b="b" l="l" r="r" t="t"/>
            <a:pathLst>
              <a:path extrusionOk="0" h="1333460" w="836443">
                <a:moveTo>
                  <a:pt x="0" y="0"/>
                </a:moveTo>
                <a:lnTo>
                  <a:pt x="836443" y="0"/>
                </a:lnTo>
                <a:lnTo>
                  <a:pt x="836443" y="1333460"/>
                </a:lnTo>
                <a:lnTo>
                  <a:pt x="0" y="1333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53" name="Google Shape;353;p9"/>
          <p:cNvGrpSpPr/>
          <p:nvPr/>
        </p:nvGrpSpPr>
        <p:grpSpPr>
          <a:xfrm>
            <a:off x="12072976" y="8575885"/>
            <a:ext cx="5851052" cy="1310243"/>
            <a:chOff x="2" y="-564"/>
            <a:chExt cx="7801403" cy="1746991"/>
          </a:xfrm>
        </p:grpSpPr>
        <p:grpSp>
          <p:nvGrpSpPr>
            <p:cNvPr id="354" name="Google Shape;354;p9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355" name="Google Shape;355;p9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" name="Google Shape;356;p9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7" name="Google Shape;357;p9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358" name="Google Shape;358;p9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" name="Google Shape;359;p9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0" name="Google Shape;360;p9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361" name="Google Shape;361;p9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" name="Google Shape;362;p9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3" name="Google Shape;363;p9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364" name="Google Shape;364;p9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" name="Google Shape;365;p9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6" name="Google Shape;366;p9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367" name="Google Shape;367;p9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" name="Google Shape;368;p9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9" name="Google Shape;369;p9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370" name="Google Shape;370;p9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" name="Google Shape;371;p9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2" name="Google Shape;372;p9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373" name="Google Shape;373;p9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9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5" name="Google Shape;375;p9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376" name="Google Shape;376;p9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" name="Google Shape;377;p9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8" name="Google Shape;378;p9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379" name="Google Shape;379;p9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9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0"/>
          <p:cNvSpPr txBox="1"/>
          <p:nvPr>
            <p:ph type="title"/>
          </p:nvPr>
        </p:nvSpPr>
        <p:spPr>
          <a:xfrm>
            <a:off x="1002575" y="4737700"/>
            <a:ext cx="168717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383" name="Google Shape;383;p10"/>
          <p:cNvSpPr/>
          <p:nvPr>
            <p:ph idx="2" type="pic"/>
          </p:nvPr>
        </p:nvSpPr>
        <p:spPr>
          <a:xfrm>
            <a:off x="1125547" y="5629275"/>
            <a:ext cx="4245000" cy="3183900"/>
          </a:xfrm>
          <a:prstGeom prst="rect">
            <a:avLst/>
          </a:prstGeom>
          <a:noFill/>
          <a:ln>
            <a:noFill/>
          </a:ln>
        </p:spPr>
      </p:sp>
      <p:sp>
        <p:nvSpPr>
          <p:cNvPr id="384" name="Google Shape;384;p10"/>
          <p:cNvSpPr txBox="1"/>
          <p:nvPr>
            <p:ph idx="1" type="body"/>
          </p:nvPr>
        </p:nvSpPr>
        <p:spPr>
          <a:xfrm>
            <a:off x="6159513" y="608168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9pPr>
          </a:lstStyle>
          <a:p/>
        </p:txBody>
      </p:sp>
      <p:sp>
        <p:nvSpPr>
          <p:cNvPr id="385" name="Google Shape;385;p10"/>
          <p:cNvSpPr/>
          <p:nvPr/>
        </p:nvSpPr>
        <p:spPr>
          <a:xfrm>
            <a:off x="14398941" y="5079095"/>
            <a:ext cx="836443" cy="1333460"/>
          </a:xfrm>
          <a:custGeom>
            <a:rect b="b" l="l" r="r" t="t"/>
            <a:pathLst>
              <a:path extrusionOk="0" h="1333460" w="836443">
                <a:moveTo>
                  <a:pt x="0" y="0"/>
                </a:moveTo>
                <a:lnTo>
                  <a:pt x="836443" y="0"/>
                </a:lnTo>
                <a:lnTo>
                  <a:pt x="836443" y="1333460"/>
                </a:lnTo>
                <a:lnTo>
                  <a:pt x="0" y="1333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86" name="Google Shape;386;p10"/>
          <p:cNvGrpSpPr/>
          <p:nvPr/>
        </p:nvGrpSpPr>
        <p:grpSpPr>
          <a:xfrm rot="2821244">
            <a:off x="16959832" y="165852"/>
            <a:ext cx="1057608" cy="1194515"/>
            <a:chOff x="-95789" y="-89371"/>
            <a:chExt cx="1410145" cy="1592687"/>
          </a:xfrm>
        </p:grpSpPr>
        <p:grpSp>
          <p:nvGrpSpPr>
            <p:cNvPr id="387" name="Google Shape;387;p10"/>
            <p:cNvGrpSpPr/>
            <p:nvPr/>
          </p:nvGrpSpPr>
          <p:grpSpPr>
            <a:xfrm rot="-2821068">
              <a:off x="134816" y="282908"/>
              <a:ext cx="943563" cy="1040889"/>
              <a:chOff x="0" y="-47625"/>
              <a:chExt cx="343200" cy="378600"/>
            </a:xfrm>
          </p:grpSpPr>
          <p:sp>
            <p:nvSpPr>
              <p:cNvPr id="388" name="Google Shape;388;p10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" name="Google Shape;389;p10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0" name="Google Shape;390;p10"/>
            <p:cNvGrpSpPr/>
            <p:nvPr/>
          </p:nvGrpSpPr>
          <p:grpSpPr>
            <a:xfrm rot="-2821068">
              <a:off x="140189" y="90147"/>
              <a:ext cx="943563" cy="1040889"/>
              <a:chOff x="0" y="-47625"/>
              <a:chExt cx="343200" cy="378600"/>
            </a:xfrm>
          </p:grpSpPr>
          <p:sp>
            <p:nvSpPr>
              <p:cNvPr id="391" name="Google Shape;391;p10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" name="Google Shape;392;p10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3" name="Google Shape;393;p10"/>
            <p:cNvGrpSpPr/>
            <p:nvPr/>
          </p:nvGrpSpPr>
          <p:grpSpPr>
            <a:xfrm>
              <a:off x="625032" y="253444"/>
              <a:ext cx="69946" cy="699550"/>
              <a:chOff x="0" y="-47625"/>
              <a:chExt cx="31856" cy="318600"/>
            </a:xfrm>
          </p:grpSpPr>
          <p:sp>
            <p:nvSpPr>
              <p:cNvPr id="394" name="Google Shape;394;p10"/>
              <p:cNvSpPr/>
              <p:nvPr/>
            </p:nvSpPr>
            <p:spPr>
              <a:xfrm>
                <a:off x="0" y="0"/>
                <a:ext cx="31856" cy="270933"/>
              </a:xfrm>
              <a:custGeom>
                <a:rect b="b" l="l" r="r" t="t"/>
                <a:pathLst>
                  <a:path extrusionOk="0" h="270933" w="31856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" name="Google Shape;395;p10"/>
              <p:cNvSpPr txBox="1"/>
              <p:nvPr/>
            </p:nvSpPr>
            <p:spPr>
              <a:xfrm>
                <a:off x="0" y="-47625"/>
                <a:ext cx="318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6" name="Google Shape;396;p10"/>
            <p:cNvGrpSpPr/>
            <p:nvPr/>
          </p:nvGrpSpPr>
          <p:grpSpPr>
            <a:xfrm rot="5400000">
              <a:off x="675978" y="305678"/>
              <a:ext cx="72520" cy="699550"/>
              <a:chOff x="0" y="-47625"/>
              <a:chExt cx="33028" cy="318600"/>
            </a:xfrm>
          </p:grpSpPr>
          <p:sp>
            <p:nvSpPr>
              <p:cNvPr id="397" name="Google Shape;397;p10"/>
              <p:cNvSpPr/>
              <p:nvPr/>
            </p:nvSpPr>
            <p:spPr>
              <a:xfrm>
                <a:off x="0" y="0"/>
                <a:ext cx="33028" cy="270933"/>
              </a:xfrm>
              <a:custGeom>
                <a:rect b="b" l="l" r="r" t="t"/>
                <a:pathLst>
                  <a:path extrusionOk="0" h="270933" w="33028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" name="Google Shape;398;p10"/>
              <p:cNvSpPr txBox="1"/>
              <p:nvPr/>
            </p:nvSpPr>
            <p:spPr>
              <a:xfrm>
                <a:off x="0" y="-47625"/>
                <a:ext cx="330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99" name="Google Shape;399;p10"/>
          <p:cNvGrpSpPr/>
          <p:nvPr/>
        </p:nvGrpSpPr>
        <p:grpSpPr>
          <a:xfrm rot="10800000">
            <a:off x="8547898" y="480862"/>
            <a:ext cx="5851052" cy="1310243"/>
            <a:chOff x="2" y="-564"/>
            <a:chExt cx="7801403" cy="1746991"/>
          </a:xfrm>
        </p:grpSpPr>
        <p:grpSp>
          <p:nvGrpSpPr>
            <p:cNvPr id="400" name="Google Shape;400;p10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401" name="Google Shape;401;p10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" name="Google Shape;402;p1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3" name="Google Shape;403;p10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404" name="Google Shape;404;p10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" name="Google Shape;405;p1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6" name="Google Shape;406;p10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407" name="Google Shape;407;p10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" name="Google Shape;408;p1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9" name="Google Shape;409;p10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410" name="Google Shape;410;p10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1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2" name="Google Shape;412;p10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413" name="Google Shape;413;p10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" name="Google Shape;414;p10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5" name="Google Shape;415;p10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416" name="Google Shape;416;p10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10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8" name="Google Shape;418;p10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419" name="Google Shape;419;p10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" name="Google Shape;420;p10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1" name="Google Shape;421;p10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422" name="Google Shape;422;p10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p10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4" name="Google Shape;424;p10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425" name="Google Shape;425;p10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" name="Google Shape;426;p10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27" name="Google Shape;427;p10"/>
          <p:cNvGrpSpPr/>
          <p:nvPr/>
        </p:nvGrpSpPr>
        <p:grpSpPr>
          <a:xfrm rot="10800000">
            <a:off x="12023215" y="8251029"/>
            <a:ext cx="5851052" cy="1310243"/>
            <a:chOff x="2" y="-564"/>
            <a:chExt cx="7801403" cy="1746991"/>
          </a:xfrm>
        </p:grpSpPr>
        <p:grpSp>
          <p:nvGrpSpPr>
            <p:cNvPr id="428" name="Google Shape;428;p10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429" name="Google Shape;429;p10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" name="Google Shape;430;p1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1" name="Google Shape;431;p10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432" name="Google Shape;432;p10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" name="Google Shape;433;p1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4" name="Google Shape;434;p10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435" name="Google Shape;435;p10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" name="Google Shape;436;p1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7" name="Google Shape;437;p10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438" name="Google Shape;438;p10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" name="Google Shape;439;p1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0" name="Google Shape;440;p10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441" name="Google Shape;441;p10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" name="Google Shape;442;p10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3" name="Google Shape;443;p10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444" name="Google Shape;444;p10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" name="Google Shape;445;p10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6" name="Google Shape;446;p10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447" name="Google Shape;447;p10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" name="Google Shape;448;p10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9" name="Google Shape;449;p10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450" name="Google Shape;450;p10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" name="Google Shape;451;p10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2" name="Google Shape;452;p10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453" name="Google Shape;453;p10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" name="Google Shape;454;p10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9150" y="1893900"/>
            <a:ext cx="16500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>
              <a:spcBef>
                <a:spcPts val="0"/>
              </a:spcBef>
              <a:spcAft>
                <a:spcPts val="0"/>
              </a:spcAft>
              <a:buClr>
                <a:srgbClr val="393A3F"/>
              </a:buClr>
              <a:buSzPts val="12500"/>
              <a:buFont typeface="Anton"/>
              <a:buNone/>
              <a:defRPr i="0" sz="12500" u="none" cap="none" strike="noStrike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172100" y="5060950"/>
            <a:ext cx="6927300" cy="29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385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•"/>
              <a:defRPr i="0" sz="15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indent="-32385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–"/>
              <a:defRPr i="0" sz="15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indent="-32385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•"/>
              <a:defRPr i="0" sz="15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indent="-3238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–"/>
              <a:defRPr i="0" sz="15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indent="-3238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»"/>
              <a:defRPr i="0" sz="15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indent="-32385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•"/>
              <a:defRPr i="0" sz="15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indent="-32385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•"/>
              <a:defRPr i="0" sz="15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indent="-32385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•"/>
              <a:defRPr i="0" sz="15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indent="-32385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•"/>
              <a:defRPr i="0" sz="15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transition spd="med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tinyurl.com/Python-Bytes-2026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8"/>
        </a:solid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9" name="Google Shape;459;p11"/>
          <p:cNvGrpSpPr/>
          <p:nvPr/>
        </p:nvGrpSpPr>
        <p:grpSpPr>
          <a:xfrm>
            <a:off x="11999778" y="8693380"/>
            <a:ext cx="5851052" cy="1310243"/>
            <a:chOff x="2" y="-564"/>
            <a:chExt cx="7801403" cy="1746991"/>
          </a:xfrm>
        </p:grpSpPr>
        <p:grpSp>
          <p:nvGrpSpPr>
            <p:cNvPr id="460" name="Google Shape;460;p11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461" name="Google Shape;461;p11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" name="Google Shape;462;p11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3" name="Google Shape;463;p11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464" name="Google Shape;464;p11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" name="Google Shape;465;p11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6" name="Google Shape;466;p11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467" name="Google Shape;467;p11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" name="Google Shape;468;p11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9" name="Google Shape;469;p11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470" name="Google Shape;470;p11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" name="Google Shape;471;p11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2" name="Google Shape;472;p11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473" name="Google Shape;473;p11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" name="Google Shape;474;p11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5" name="Google Shape;475;p11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476" name="Google Shape;476;p11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7" name="Google Shape;477;p11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8" name="Google Shape;478;p11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479" name="Google Shape;479;p11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0" name="Google Shape;480;p11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1" name="Google Shape;481;p11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482" name="Google Shape;482;p11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3" name="Google Shape;483;p11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4" name="Google Shape;484;p11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485" name="Google Shape;485;p11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6" name="Google Shape;486;p11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87" name="Google Shape;487;p11"/>
          <p:cNvGrpSpPr/>
          <p:nvPr/>
        </p:nvGrpSpPr>
        <p:grpSpPr>
          <a:xfrm>
            <a:off x="2522588" y="5773322"/>
            <a:ext cx="13242799" cy="2145375"/>
            <a:chOff x="0" y="-47625"/>
            <a:chExt cx="1719710" cy="378600"/>
          </a:xfrm>
        </p:grpSpPr>
        <p:sp>
          <p:nvSpPr>
            <p:cNvPr id="488" name="Google Shape;488;p11"/>
            <p:cNvSpPr/>
            <p:nvPr/>
          </p:nvSpPr>
          <p:spPr>
            <a:xfrm>
              <a:off x="0" y="0"/>
              <a:ext cx="1719710" cy="330886"/>
            </a:xfrm>
            <a:custGeom>
              <a:rect b="b" l="l" r="r" t="t"/>
              <a:pathLst>
                <a:path extrusionOk="0" h="330886" w="1719710">
                  <a:moveTo>
                    <a:pt x="60470" y="0"/>
                  </a:moveTo>
                  <a:lnTo>
                    <a:pt x="1659240" y="0"/>
                  </a:lnTo>
                  <a:cubicBezTo>
                    <a:pt x="1675277" y="0"/>
                    <a:pt x="1690658" y="6371"/>
                    <a:pt x="1701998" y="17711"/>
                  </a:cubicBezTo>
                  <a:cubicBezTo>
                    <a:pt x="1713339" y="29051"/>
                    <a:pt x="1719710" y="44432"/>
                    <a:pt x="1719710" y="60470"/>
                  </a:cubicBezTo>
                  <a:lnTo>
                    <a:pt x="1719710" y="270416"/>
                  </a:lnTo>
                  <a:cubicBezTo>
                    <a:pt x="1719710" y="303813"/>
                    <a:pt x="1692636" y="330886"/>
                    <a:pt x="1659240" y="330886"/>
                  </a:cubicBezTo>
                  <a:lnTo>
                    <a:pt x="60470" y="330886"/>
                  </a:lnTo>
                  <a:cubicBezTo>
                    <a:pt x="27073" y="330886"/>
                    <a:pt x="0" y="303813"/>
                    <a:pt x="0" y="270416"/>
                  </a:cubicBezTo>
                  <a:lnTo>
                    <a:pt x="0" y="60470"/>
                  </a:lnTo>
                  <a:cubicBezTo>
                    <a:pt x="0" y="27073"/>
                    <a:pt x="27073" y="0"/>
                    <a:pt x="60470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123225" lIns="123225" spcFirstLastPara="1" rIns="123225" wrap="square" tIns="1232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11"/>
            <p:cNvSpPr txBox="1"/>
            <p:nvPr/>
          </p:nvSpPr>
          <p:spPr>
            <a:xfrm>
              <a:off x="0" y="-47625"/>
              <a:ext cx="17196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475" lIns="68475" spcFirstLastPara="1" rIns="68475" wrap="square" tIns="68475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2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0" name="Google Shape;490;p11"/>
          <p:cNvGrpSpPr/>
          <p:nvPr/>
        </p:nvGrpSpPr>
        <p:grpSpPr>
          <a:xfrm>
            <a:off x="1971950" y="2969499"/>
            <a:ext cx="14344101" cy="4603549"/>
            <a:chOff x="0" y="-47625"/>
            <a:chExt cx="1719710" cy="378600"/>
          </a:xfrm>
        </p:grpSpPr>
        <p:sp>
          <p:nvSpPr>
            <p:cNvPr id="491" name="Google Shape;491;p11"/>
            <p:cNvSpPr/>
            <p:nvPr/>
          </p:nvSpPr>
          <p:spPr>
            <a:xfrm>
              <a:off x="0" y="0"/>
              <a:ext cx="1719710" cy="330886"/>
            </a:xfrm>
            <a:custGeom>
              <a:rect b="b" l="l" r="r" t="t"/>
              <a:pathLst>
                <a:path extrusionOk="0" h="330886" w="1719710">
                  <a:moveTo>
                    <a:pt x="60470" y="0"/>
                  </a:moveTo>
                  <a:lnTo>
                    <a:pt x="1659240" y="0"/>
                  </a:lnTo>
                  <a:cubicBezTo>
                    <a:pt x="1675277" y="0"/>
                    <a:pt x="1690658" y="6371"/>
                    <a:pt x="1701998" y="17711"/>
                  </a:cubicBezTo>
                  <a:cubicBezTo>
                    <a:pt x="1713339" y="29051"/>
                    <a:pt x="1719710" y="44432"/>
                    <a:pt x="1719710" y="60470"/>
                  </a:cubicBezTo>
                  <a:lnTo>
                    <a:pt x="1719710" y="270416"/>
                  </a:lnTo>
                  <a:cubicBezTo>
                    <a:pt x="1719710" y="303813"/>
                    <a:pt x="1692636" y="330886"/>
                    <a:pt x="1659240" y="330886"/>
                  </a:cubicBezTo>
                  <a:lnTo>
                    <a:pt x="60470" y="330886"/>
                  </a:lnTo>
                  <a:cubicBezTo>
                    <a:pt x="27073" y="330886"/>
                    <a:pt x="0" y="303813"/>
                    <a:pt x="0" y="270416"/>
                  </a:cubicBezTo>
                  <a:lnTo>
                    <a:pt x="0" y="60470"/>
                  </a:lnTo>
                  <a:cubicBezTo>
                    <a:pt x="0" y="27073"/>
                    <a:pt x="27073" y="0"/>
                    <a:pt x="60470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123225" lIns="123225" spcFirstLastPara="1" rIns="123225" wrap="square" tIns="1232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11"/>
            <p:cNvSpPr txBox="1"/>
            <p:nvPr/>
          </p:nvSpPr>
          <p:spPr>
            <a:xfrm>
              <a:off x="0" y="-47625"/>
              <a:ext cx="17196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475" lIns="68475" spcFirstLastPara="1" rIns="68475" wrap="square" tIns="68475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2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3" name="Google Shape;493;p11"/>
          <p:cNvGrpSpPr/>
          <p:nvPr/>
        </p:nvGrpSpPr>
        <p:grpSpPr>
          <a:xfrm flipH="1" rot="10800000">
            <a:off x="417483" y="242356"/>
            <a:ext cx="5851053" cy="1309820"/>
            <a:chOff x="0" y="-241100"/>
            <a:chExt cx="7801404" cy="1746426"/>
          </a:xfrm>
        </p:grpSpPr>
        <p:grpSp>
          <p:nvGrpSpPr>
            <p:cNvPr id="494" name="Google Shape;494;p11"/>
            <p:cNvGrpSpPr/>
            <p:nvPr/>
          </p:nvGrpSpPr>
          <p:grpSpPr>
            <a:xfrm>
              <a:off x="0" y="-241100"/>
              <a:ext cx="2173363" cy="520366"/>
              <a:chOff x="0" y="-47625"/>
              <a:chExt cx="429306" cy="102789"/>
            </a:xfrm>
          </p:grpSpPr>
          <p:sp>
            <p:nvSpPr>
              <p:cNvPr id="495" name="Google Shape;495;p11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6" name="Google Shape;496;p11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7" name="Google Shape;497;p11"/>
            <p:cNvGrpSpPr/>
            <p:nvPr/>
          </p:nvGrpSpPr>
          <p:grpSpPr>
            <a:xfrm>
              <a:off x="2571714" y="-241100"/>
              <a:ext cx="2173363" cy="520366"/>
              <a:chOff x="0" y="-47625"/>
              <a:chExt cx="429306" cy="102789"/>
            </a:xfrm>
          </p:grpSpPr>
          <p:sp>
            <p:nvSpPr>
              <p:cNvPr id="498" name="Google Shape;498;p11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9" name="Google Shape;499;p11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0" name="Google Shape;500;p11"/>
            <p:cNvGrpSpPr/>
            <p:nvPr/>
          </p:nvGrpSpPr>
          <p:grpSpPr>
            <a:xfrm>
              <a:off x="1345333" y="575063"/>
              <a:ext cx="2173363" cy="520366"/>
              <a:chOff x="0" y="-47625"/>
              <a:chExt cx="429306" cy="102789"/>
            </a:xfrm>
          </p:grpSpPr>
          <p:sp>
            <p:nvSpPr>
              <p:cNvPr id="501" name="Google Shape;501;p11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2" name="Google Shape;502;p11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3" name="Google Shape;503;p11"/>
            <p:cNvGrpSpPr/>
            <p:nvPr/>
          </p:nvGrpSpPr>
          <p:grpSpPr>
            <a:xfrm>
              <a:off x="3658396" y="563641"/>
              <a:ext cx="2173363" cy="520366"/>
              <a:chOff x="0" y="-47625"/>
              <a:chExt cx="429306" cy="102789"/>
            </a:xfrm>
          </p:grpSpPr>
          <p:sp>
            <p:nvSpPr>
              <p:cNvPr id="504" name="Google Shape;504;p11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5" name="Google Shape;505;p11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6" name="Google Shape;506;p11"/>
            <p:cNvGrpSpPr/>
            <p:nvPr/>
          </p:nvGrpSpPr>
          <p:grpSpPr>
            <a:xfrm>
              <a:off x="5314643" y="-241100"/>
              <a:ext cx="1191036" cy="520366"/>
              <a:chOff x="0" y="-47625"/>
              <a:chExt cx="235266" cy="102789"/>
            </a:xfrm>
          </p:grpSpPr>
          <p:sp>
            <p:nvSpPr>
              <p:cNvPr id="507" name="Google Shape;507;p11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8" name="Google Shape;508;p11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9" name="Google Shape;509;p11"/>
            <p:cNvGrpSpPr/>
            <p:nvPr/>
          </p:nvGrpSpPr>
          <p:grpSpPr>
            <a:xfrm>
              <a:off x="6610368" y="563641"/>
              <a:ext cx="1191036" cy="520366"/>
              <a:chOff x="0" y="-47625"/>
              <a:chExt cx="235266" cy="102789"/>
            </a:xfrm>
          </p:grpSpPr>
          <p:sp>
            <p:nvSpPr>
              <p:cNvPr id="510" name="Google Shape;510;p11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1" name="Google Shape;511;p11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12" name="Google Shape;512;p11"/>
            <p:cNvGrpSpPr/>
            <p:nvPr/>
          </p:nvGrpSpPr>
          <p:grpSpPr>
            <a:xfrm>
              <a:off x="0" y="586483"/>
              <a:ext cx="1202459" cy="497523"/>
              <a:chOff x="0" y="-47625"/>
              <a:chExt cx="237523" cy="98276"/>
            </a:xfrm>
          </p:grpSpPr>
          <p:sp>
            <p:nvSpPr>
              <p:cNvPr id="513" name="Google Shape;513;p11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4" name="Google Shape;514;p11"/>
              <p:cNvSpPr txBox="1"/>
              <p:nvPr/>
            </p:nvSpPr>
            <p:spPr>
              <a:xfrm>
                <a:off x="0" y="-47625"/>
                <a:ext cx="237523" cy="982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15" name="Google Shape;515;p11"/>
            <p:cNvGrpSpPr/>
            <p:nvPr/>
          </p:nvGrpSpPr>
          <p:grpSpPr>
            <a:xfrm>
              <a:off x="0" y="165166"/>
              <a:ext cx="4377449" cy="520366"/>
              <a:chOff x="0" y="-47625"/>
              <a:chExt cx="864681" cy="102789"/>
            </a:xfrm>
          </p:grpSpPr>
          <p:sp>
            <p:nvSpPr>
              <p:cNvPr id="516" name="Google Shape;516;p11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7" name="Google Shape;517;p11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18" name="Google Shape;518;p11"/>
            <p:cNvGrpSpPr/>
            <p:nvPr/>
          </p:nvGrpSpPr>
          <p:grpSpPr>
            <a:xfrm>
              <a:off x="0" y="984960"/>
              <a:ext cx="4377449" cy="520366"/>
              <a:chOff x="0" y="-47625"/>
              <a:chExt cx="864681" cy="102789"/>
            </a:xfrm>
          </p:grpSpPr>
          <p:sp>
            <p:nvSpPr>
              <p:cNvPr id="519" name="Google Shape;519;p11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0" name="Google Shape;520;p11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21" name="Google Shape;521;p11"/>
          <p:cNvSpPr txBox="1"/>
          <p:nvPr/>
        </p:nvSpPr>
        <p:spPr>
          <a:xfrm>
            <a:off x="1891929" y="3863100"/>
            <a:ext cx="14504100" cy="31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3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Python Bytes</a:t>
            </a:r>
            <a:endParaRPr sz="10300">
              <a:solidFill>
                <a:srgbClr val="393A3F"/>
              </a:solidFill>
              <a:latin typeface="Anton"/>
              <a:ea typeface="Anton"/>
              <a:cs typeface="Anton"/>
              <a:sym typeface="Anto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3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Week 3 - C.Y.O.A Work Day</a:t>
            </a:r>
            <a:endParaRPr sz="10300">
              <a:solidFill>
                <a:srgbClr val="393A3F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pic>
        <p:nvPicPr>
          <p:cNvPr id="522" name="Google Shape;52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56075" y="6519675"/>
            <a:ext cx="3931924" cy="3931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8"/>
        </a:solidFill>
      </p:bgPr>
    </p:bg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7" name="Google Shape;527;p12"/>
          <p:cNvGrpSpPr/>
          <p:nvPr/>
        </p:nvGrpSpPr>
        <p:grpSpPr>
          <a:xfrm>
            <a:off x="844802" y="3560624"/>
            <a:ext cx="2065565" cy="1437158"/>
            <a:chOff x="0" y="-47625"/>
            <a:chExt cx="544017" cy="378511"/>
          </a:xfrm>
        </p:grpSpPr>
        <p:sp>
          <p:nvSpPr>
            <p:cNvPr id="528" name="Google Shape;528;p12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12"/>
            <p:cNvSpPr txBox="1"/>
            <p:nvPr/>
          </p:nvSpPr>
          <p:spPr>
            <a:xfrm>
              <a:off x="0" y="-47625"/>
              <a:ext cx="544017" cy="3785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0" name="Google Shape;530;p12"/>
          <p:cNvGrpSpPr/>
          <p:nvPr/>
        </p:nvGrpSpPr>
        <p:grpSpPr>
          <a:xfrm>
            <a:off x="9582975" y="3560624"/>
            <a:ext cx="2065565" cy="1437158"/>
            <a:chOff x="0" y="-47625"/>
            <a:chExt cx="544017" cy="378511"/>
          </a:xfrm>
        </p:grpSpPr>
        <p:sp>
          <p:nvSpPr>
            <p:cNvPr id="531" name="Google Shape;531;p12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12"/>
            <p:cNvSpPr txBox="1"/>
            <p:nvPr/>
          </p:nvSpPr>
          <p:spPr>
            <a:xfrm>
              <a:off x="0" y="-47625"/>
              <a:ext cx="544017" cy="3785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3" name="Google Shape;533;p12"/>
          <p:cNvGrpSpPr/>
          <p:nvPr/>
        </p:nvGrpSpPr>
        <p:grpSpPr>
          <a:xfrm>
            <a:off x="756077" y="5512457"/>
            <a:ext cx="2065578" cy="1437168"/>
            <a:chOff x="0" y="-47625"/>
            <a:chExt cx="544017" cy="378511"/>
          </a:xfrm>
        </p:grpSpPr>
        <p:sp>
          <p:nvSpPr>
            <p:cNvPr id="534" name="Google Shape;534;p12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12"/>
            <p:cNvSpPr txBox="1"/>
            <p:nvPr/>
          </p:nvSpPr>
          <p:spPr>
            <a:xfrm>
              <a:off x="0" y="-47625"/>
              <a:ext cx="544017" cy="3785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6" name="Google Shape;536;p12"/>
          <p:cNvGrpSpPr/>
          <p:nvPr/>
        </p:nvGrpSpPr>
        <p:grpSpPr>
          <a:xfrm>
            <a:off x="954377" y="3384557"/>
            <a:ext cx="2065565" cy="1437158"/>
            <a:chOff x="0" y="-47625"/>
            <a:chExt cx="544017" cy="378511"/>
          </a:xfrm>
        </p:grpSpPr>
        <p:sp>
          <p:nvSpPr>
            <p:cNvPr id="537" name="Google Shape;537;p12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12"/>
            <p:cNvSpPr txBox="1"/>
            <p:nvPr/>
          </p:nvSpPr>
          <p:spPr>
            <a:xfrm>
              <a:off x="0" y="-47625"/>
              <a:ext cx="544017" cy="3785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9" name="Google Shape;539;p12"/>
          <p:cNvGrpSpPr/>
          <p:nvPr/>
        </p:nvGrpSpPr>
        <p:grpSpPr>
          <a:xfrm>
            <a:off x="9692551" y="3384557"/>
            <a:ext cx="2065565" cy="1437158"/>
            <a:chOff x="0" y="-47625"/>
            <a:chExt cx="544017" cy="378511"/>
          </a:xfrm>
        </p:grpSpPr>
        <p:sp>
          <p:nvSpPr>
            <p:cNvPr id="540" name="Google Shape;540;p12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12"/>
            <p:cNvSpPr txBox="1"/>
            <p:nvPr/>
          </p:nvSpPr>
          <p:spPr>
            <a:xfrm>
              <a:off x="0" y="-47625"/>
              <a:ext cx="544017" cy="3785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2" name="Google Shape;542;p12"/>
          <p:cNvGrpSpPr/>
          <p:nvPr/>
        </p:nvGrpSpPr>
        <p:grpSpPr>
          <a:xfrm>
            <a:off x="865652" y="5336390"/>
            <a:ext cx="2065578" cy="1437168"/>
            <a:chOff x="0" y="-47625"/>
            <a:chExt cx="544017" cy="378511"/>
          </a:xfrm>
        </p:grpSpPr>
        <p:sp>
          <p:nvSpPr>
            <p:cNvPr id="543" name="Google Shape;543;p12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12"/>
            <p:cNvSpPr txBox="1"/>
            <p:nvPr/>
          </p:nvSpPr>
          <p:spPr>
            <a:xfrm>
              <a:off x="0" y="-47625"/>
              <a:ext cx="544017" cy="3785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5" name="Google Shape;545;p12"/>
          <p:cNvGrpSpPr/>
          <p:nvPr/>
        </p:nvGrpSpPr>
        <p:grpSpPr>
          <a:xfrm>
            <a:off x="756077" y="7487966"/>
            <a:ext cx="2065578" cy="1437168"/>
            <a:chOff x="0" y="-47625"/>
            <a:chExt cx="544017" cy="378511"/>
          </a:xfrm>
        </p:grpSpPr>
        <p:sp>
          <p:nvSpPr>
            <p:cNvPr id="546" name="Google Shape;546;p12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12"/>
            <p:cNvSpPr txBox="1"/>
            <p:nvPr/>
          </p:nvSpPr>
          <p:spPr>
            <a:xfrm>
              <a:off x="0" y="-47625"/>
              <a:ext cx="544017" cy="3785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8" name="Google Shape;548;p12"/>
          <p:cNvGrpSpPr/>
          <p:nvPr/>
        </p:nvGrpSpPr>
        <p:grpSpPr>
          <a:xfrm>
            <a:off x="865652" y="7311898"/>
            <a:ext cx="2065578" cy="1437168"/>
            <a:chOff x="0" y="-47625"/>
            <a:chExt cx="544017" cy="378511"/>
          </a:xfrm>
        </p:grpSpPr>
        <p:sp>
          <p:nvSpPr>
            <p:cNvPr id="549" name="Google Shape;549;p12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12"/>
            <p:cNvSpPr txBox="1"/>
            <p:nvPr/>
          </p:nvSpPr>
          <p:spPr>
            <a:xfrm>
              <a:off x="0" y="-47625"/>
              <a:ext cx="544017" cy="3785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1" name="Google Shape;551;p12"/>
          <p:cNvGrpSpPr/>
          <p:nvPr/>
        </p:nvGrpSpPr>
        <p:grpSpPr>
          <a:xfrm>
            <a:off x="12246827" y="110435"/>
            <a:ext cx="5851054" cy="1309820"/>
            <a:chOff x="0" y="0"/>
            <a:chExt cx="7801405" cy="1746426"/>
          </a:xfrm>
        </p:grpSpPr>
        <p:grpSp>
          <p:nvGrpSpPr>
            <p:cNvPr id="552" name="Google Shape;552;p12"/>
            <p:cNvGrpSpPr/>
            <p:nvPr/>
          </p:nvGrpSpPr>
          <p:grpSpPr>
            <a:xfrm rot="10800000">
              <a:off x="5628042" y="1226060"/>
              <a:ext cx="2173363" cy="520366"/>
              <a:chOff x="0" y="-47625"/>
              <a:chExt cx="429306" cy="102789"/>
            </a:xfrm>
          </p:grpSpPr>
          <p:sp>
            <p:nvSpPr>
              <p:cNvPr id="553" name="Google Shape;553;p12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4" name="Google Shape;554;p12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55" name="Google Shape;555;p12"/>
            <p:cNvGrpSpPr/>
            <p:nvPr/>
          </p:nvGrpSpPr>
          <p:grpSpPr>
            <a:xfrm rot="10800000">
              <a:off x="3056328" y="1226060"/>
              <a:ext cx="2173363" cy="520366"/>
              <a:chOff x="0" y="-47625"/>
              <a:chExt cx="429306" cy="102789"/>
            </a:xfrm>
          </p:grpSpPr>
          <p:sp>
            <p:nvSpPr>
              <p:cNvPr id="556" name="Google Shape;556;p12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7" name="Google Shape;557;p12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58" name="Google Shape;558;p12"/>
            <p:cNvGrpSpPr/>
            <p:nvPr/>
          </p:nvGrpSpPr>
          <p:grpSpPr>
            <a:xfrm rot="10800000">
              <a:off x="4282709" y="409897"/>
              <a:ext cx="2173363" cy="520366"/>
              <a:chOff x="0" y="-47625"/>
              <a:chExt cx="429306" cy="102789"/>
            </a:xfrm>
          </p:grpSpPr>
          <p:sp>
            <p:nvSpPr>
              <p:cNvPr id="559" name="Google Shape;559;p12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0" name="Google Shape;560;p12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61" name="Google Shape;561;p12"/>
            <p:cNvGrpSpPr/>
            <p:nvPr/>
          </p:nvGrpSpPr>
          <p:grpSpPr>
            <a:xfrm rot="10800000">
              <a:off x="1969647" y="421320"/>
              <a:ext cx="2173363" cy="520366"/>
              <a:chOff x="0" y="-47625"/>
              <a:chExt cx="429306" cy="102789"/>
            </a:xfrm>
          </p:grpSpPr>
          <p:sp>
            <p:nvSpPr>
              <p:cNvPr id="562" name="Google Shape;562;p12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3" name="Google Shape;563;p12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64" name="Google Shape;564;p12"/>
            <p:cNvGrpSpPr/>
            <p:nvPr/>
          </p:nvGrpSpPr>
          <p:grpSpPr>
            <a:xfrm rot="10800000">
              <a:off x="1295725" y="1226060"/>
              <a:ext cx="1191036" cy="520366"/>
              <a:chOff x="0" y="-47625"/>
              <a:chExt cx="235266" cy="102789"/>
            </a:xfrm>
          </p:grpSpPr>
          <p:sp>
            <p:nvSpPr>
              <p:cNvPr id="565" name="Google Shape;565;p12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6" name="Google Shape;566;p12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67" name="Google Shape;567;p12"/>
            <p:cNvGrpSpPr/>
            <p:nvPr/>
          </p:nvGrpSpPr>
          <p:grpSpPr>
            <a:xfrm rot="10800000">
              <a:off x="0" y="421320"/>
              <a:ext cx="1191036" cy="520366"/>
              <a:chOff x="0" y="-47625"/>
              <a:chExt cx="235266" cy="102789"/>
            </a:xfrm>
          </p:grpSpPr>
          <p:sp>
            <p:nvSpPr>
              <p:cNvPr id="568" name="Google Shape;568;p12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9" name="Google Shape;569;p12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70" name="Google Shape;570;p12"/>
            <p:cNvGrpSpPr/>
            <p:nvPr/>
          </p:nvGrpSpPr>
          <p:grpSpPr>
            <a:xfrm rot="10800000">
              <a:off x="6598946" y="421320"/>
              <a:ext cx="1202459" cy="497523"/>
              <a:chOff x="0" y="-47625"/>
              <a:chExt cx="237523" cy="98276"/>
            </a:xfrm>
          </p:grpSpPr>
          <p:sp>
            <p:nvSpPr>
              <p:cNvPr id="571" name="Google Shape;571;p12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2" name="Google Shape;572;p12"/>
              <p:cNvSpPr txBox="1"/>
              <p:nvPr/>
            </p:nvSpPr>
            <p:spPr>
              <a:xfrm>
                <a:off x="0" y="-47625"/>
                <a:ext cx="237523" cy="982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73" name="Google Shape;573;p12"/>
            <p:cNvGrpSpPr/>
            <p:nvPr/>
          </p:nvGrpSpPr>
          <p:grpSpPr>
            <a:xfrm rot="10800000">
              <a:off x="3423955" y="819795"/>
              <a:ext cx="4377449" cy="520366"/>
              <a:chOff x="0" y="-47625"/>
              <a:chExt cx="864681" cy="102789"/>
            </a:xfrm>
          </p:grpSpPr>
          <p:sp>
            <p:nvSpPr>
              <p:cNvPr id="574" name="Google Shape;574;p12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5" name="Google Shape;575;p12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76" name="Google Shape;576;p12"/>
            <p:cNvGrpSpPr/>
            <p:nvPr/>
          </p:nvGrpSpPr>
          <p:grpSpPr>
            <a:xfrm rot="10800000">
              <a:off x="3423955" y="0"/>
              <a:ext cx="4377449" cy="520366"/>
              <a:chOff x="0" y="-47625"/>
              <a:chExt cx="864681" cy="102789"/>
            </a:xfrm>
          </p:grpSpPr>
          <p:sp>
            <p:nvSpPr>
              <p:cNvPr id="577" name="Google Shape;577;p12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8" name="Google Shape;578;p12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79" name="Google Shape;579;p12"/>
          <p:cNvSpPr txBox="1"/>
          <p:nvPr/>
        </p:nvSpPr>
        <p:spPr>
          <a:xfrm>
            <a:off x="12123288" y="3720475"/>
            <a:ext cx="5604000" cy="9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63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Last Week Recap</a:t>
            </a:r>
            <a:endParaRPr sz="1100"/>
          </a:p>
        </p:txBody>
      </p:sp>
      <p:sp>
        <p:nvSpPr>
          <p:cNvPr id="580" name="Google Shape;580;p12"/>
          <p:cNvSpPr txBox="1"/>
          <p:nvPr/>
        </p:nvSpPr>
        <p:spPr>
          <a:xfrm>
            <a:off x="890224" y="907938"/>
            <a:ext cx="12446871" cy="1904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0" u="none" cap="none" strike="noStrike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TABLE OF CONTENTS</a:t>
            </a:r>
            <a:endParaRPr/>
          </a:p>
        </p:txBody>
      </p:sp>
      <p:sp>
        <p:nvSpPr>
          <p:cNvPr id="581" name="Google Shape;581;p12"/>
          <p:cNvSpPr txBox="1"/>
          <p:nvPr/>
        </p:nvSpPr>
        <p:spPr>
          <a:xfrm>
            <a:off x="1534081" y="3617752"/>
            <a:ext cx="1485900" cy="12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</a:t>
            </a:r>
            <a:r>
              <a:rPr b="0" i="0" lang="en-US" sz="787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1</a:t>
            </a:r>
            <a:endParaRPr/>
          </a:p>
        </p:txBody>
      </p:sp>
      <p:sp>
        <p:nvSpPr>
          <p:cNvPr id="582" name="Google Shape;582;p12"/>
          <p:cNvSpPr txBox="1"/>
          <p:nvPr/>
        </p:nvSpPr>
        <p:spPr>
          <a:xfrm>
            <a:off x="10272255" y="3617752"/>
            <a:ext cx="1485861" cy="12042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04</a:t>
            </a:r>
            <a:endParaRPr/>
          </a:p>
        </p:txBody>
      </p:sp>
      <p:sp>
        <p:nvSpPr>
          <p:cNvPr id="583" name="Google Shape;583;p12"/>
          <p:cNvSpPr txBox="1"/>
          <p:nvPr/>
        </p:nvSpPr>
        <p:spPr>
          <a:xfrm>
            <a:off x="1445356" y="5538477"/>
            <a:ext cx="1485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02</a:t>
            </a:r>
            <a:endParaRPr/>
          </a:p>
        </p:txBody>
      </p:sp>
      <p:sp>
        <p:nvSpPr>
          <p:cNvPr id="584" name="Google Shape;584;p12"/>
          <p:cNvSpPr txBox="1"/>
          <p:nvPr/>
        </p:nvSpPr>
        <p:spPr>
          <a:xfrm>
            <a:off x="3419925" y="7844525"/>
            <a:ext cx="4968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Quick Refresher</a:t>
            </a:r>
            <a:endParaRPr sz="6000"/>
          </a:p>
        </p:txBody>
      </p:sp>
      <p:sp>
        <p:nvSpPr>
          <p:cNvPr id="585" name="Google Shape;585;p12"/>
          <p:cNvSpPr txBox="1"/>
          <p:nvPr/>
        </p:nvSpPr>
        <p:spPr>
          <a:xfrm>
            <a:off x="1445356" y="7545094"/>
            <a:ext cx="1485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03</a:t>
            </a:r>
            <a:endParaRPr/>
          </a:p>
        </p:txBody>
      </p:sp>
      <p:sp>
        <p:nvSpPr>
          <p:cNvPr id="586" name="Google Shape;586;p12"/>
          <p:cNvSpPr txBox="1"/>
          <p:nvPr/>
        </p:nvSpPr>
        <p:spPr>
          <a:xfrm>
            <a:off x="3427701" y="5769325"/>
            <a:ext cx="5604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HW Check</a:t>
            </a:r>
            <a:endParaRPr sz="6000"/>
          </a:p>
        </p:txBody>
      </p:sp>
      <p:grpSp>
        <p:nvGrpSpPr>
          <p:cNvPr id="587" name="Google Shape;587;p12"/>
          <p:cNvGrpSpPr/>
          <p:nvPr/>
        </p:nvGrpSpPr>
        <p:grpSpPr>
          <a:xfrm>
            <a:off x="9637752" y="5437394"/>
            <a:ext cx="2065578" cy="1437506"/>
            <a:chOff x="0" y="-47625"/>
            <a:chExt cx="544017" cy="378600"/>
          </a:xfrm>
        </p:grpSpPr>
        <p:sp>
          <p:nvSpPr>
            <p:cNvPr id="588" name="Google Shape;588;p12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12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0" name="Google Shape;590;p12"/>
          <p:cNvGrpSpPr/>
          <p:nvPr/>
        </p:nvGrpSpPr>
        <p:grpSpPr>
          <a:xfrm>
            <a:off x="9747327" y="5261327"/>
            <a:ext cx="2065578" cy="1437506"/>
            <a:chOff x="0" y="-47625"/>
            <a:chExt cx="544017" cy="378600"/>
          </a:xfrm>
        </p:grpSpPr>
        <p:sp>
          <p:nvSpPr>
            <p:cNvPr id="591" name="Google Shape;591;p12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12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3" name="Google Shape;593;p12"/>
          <p:cNvSpPr txBox="1"/>
          <p:nvPr/>
        </p:nvSpPr>
        <p:spPr>
          <a:xfrm>
            <a:off x="10327031" y="5463415"/>
            <a:ext cx="1485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</a:t>
            </a:r>
            <a:r>
              <a:rPr lang="en-US" sz="787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5</a:t>
            </a:r>
            <a:endParaRPr/>
          </a:p>
        </p:txBody>
      </p:sp>
      <p:sp>
        <p:nvSpPr>
          <p:cNvPr id="594" name="Google Shape;594;p12"/>
          <p:cNvSpPr txBox="1"/>
          <p:nvPr/>
        </p:nvSpPr>
        <p:spPr>
          <a:xfrm>
            <a:off x="12309376" y="5712425"/>
            <a:ext cx="5604000" cy="8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763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While Loops</a:t>
            </a:r>
            <a:endParaRPr sz="1200"/>
          </a:p>
        </p:txBody>
      </p:sp>
      <p:grpSp>
        <p:nvGrpSpPr>
          <p:cNvPr id="595" name="Google Shape;595;p12"/>
          <p:cNvGrpSpPr/>
          <p:nvPr/>
        </p:nvGrpSpPr>
        <p:grpSpPr>
          <a:xfrm>
            <a:off x="9637752" y="7621244"/>
            <a:ext cx="2065578" cy="1437506"/>
            <a:chOff x="0" y="-47625"/>
            <a:chExt cx="544017" cy="378600"/>
          </a:xfrm>
        </p:grpSpPr>
        <p:sp>
          <p:nvSpPr>
            <p:cNvPr id="596" name="Google Shape;596;p12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12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8" name="Google Shape;598;p12"/>
          <p:cNvGrpSpPr/>
          <p:nvPr/>
        </p:nvGrpSpPr>
        <p:grpSpPr>
          <a:xfrm>
            <a:off x="9747327" y="7445177"/>
            <a:ext cx="2065578" cy="1437506"/>
            <a:chOff x="0" y="-47625"/>
            <a:chExt cx="544017" cy="378600"/>
          </a:xfrm>
        </p:grpSpPr>
        <p:sp>
          <p:nvSpPr>
            <p:cNvPr id="599" name="Google Shape;599;p12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12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01" name="Google Shape;601;p12"/>
          <p:cNvSpPr txBox="1"/>
          <p:nvPr/>
        </p:nvSpPr>
        <p:spPr>
          <a:xfrm>
            <a:off x="10327031" y="7647265"/>
            <a:ext cx="1485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</a:t>
            </a:r>
            <a:r>
              <a:rPr lang="en-US" sz="787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6</a:t>
            </a:r>
            <a:endParaRPr/>
          </a:p>
        </p:txBody>
      </p:sp>
      <p:sp>
        <p:nvSpPr>
          <p:cNvPr id="602" name="Google Shape;602;p12"/>
          <p:cNvSpPr txBox="1"/>
          <p:nvPr/>
        </p:nvSpPr>
        <p:spPr>
          <a:xfrm>
            <a:off x="12309376" y="7896275"/>
            <a:ext cx="5604000" cy="19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763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Break &amp; Continue Statements</a:t>
            </a:r>
            <a:endParaRPr sz="1200"/>
          </a:p>
        </p:txBody>
      </p:sp>
      <p:sp>
        <p:nvSpPr>
          <p:cNvPr id="603" name="Google Shape;603;p12"/>
          <p:cNvSpPr txBox="1"/>
          <p:nvPr/>
        </p:nvSpPr>
        <p:spPr>
          <a:xfrm>
            <a:off x="3223476" y="3748989"/>
            <a:ext cx="5604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Class Info</a:t>
            </a:r>
            <a:endParaRPr sz="6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8"/>
        </a:solidFill>
      </p:bgPr>
    </p:bg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13"/>
          <p:cNvSpPr txBox="1"/>
          <p:nvPr/>
        </p:nvSpPr>
        <p:spPr>
          <a:xfrm>
            <a:off x="1136100" y="4461075"/>
            <a:ext cx="16015800" cy="20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chemeClr val="dk1"/>
                </a:solidFill>
              </a:rPr>
              <a:t>All Resources can be found in: </a:t>
            </a:r>
            <a:r>
              <a:rPr lang="en-US" sz="5400" u="sng">
                <a:solidFill>
                  <a:schemeClr val="hlink"/>
                </a:solidFill>
                <a:hlinkClick r:id="rId3"/>
              </a:rPr>
              <a:t>tinyurl.com/Python-Bytes-2026</a:t>
            </a:r>
            <a:r>
              <a:rPr lang="en-US" sz="5400">
                <a:solidFill>
                  <a:schemeClr val="dk1"/>
                </a:solidFill>
              </a:rPr>
              <a:t> </a:t>
            </a:r>
            <a:endParaRPr sz="5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609" name="Google Shape;609;p13"/>
          <p:cNvGrpSpPr/>
          <p:nvPr/>
        </p:nvGrpSpPr>
        <p:grpSpPr>
          <a:xfrm>
            <a:off x="935775" y="888207"/>
            <a:ext cx="2065578" cy="1437506"/>
            <a:chOff x="0" y="-47625"/>
            <a:chExt cx="544017" cy="378600"/>
          </a:xfrm>
        </p:grpSpPr>
        <p:sp>
          <p:nvSpPr>
            <p:cNvPr id="610" name="Google Shape;610;p13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13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2" name="Google Shape;612;p13"/>
          <p:cNvGrpSpPr/>
          <p:nvPr/>
        </p:nvGrpSpPr>
        <p:grpSpPr>
          <a:xfrm>
            <a:off x="1045350" y="712139"/>
            <a:ext cx="2065578" cy="1437506"/>
            <a:chOff x="0" y="-47625"/>
            <a:chExt cx="544017" cy="378600"/>
          </a:xfrm>
        </p:grpSpPr>
        <p:sp>
          <p:nvSpPr>
            <p:cNvPr id="613" name="Google Shape;613;p13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13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15" name="Google Shape;615;p13"/>
          <p:cNvSpPr txBox="1"/>
          <p:nvPr/>
        </p:nvSpPr>
        <p:spPr>
          <a:xfrm>
            <a:off x="3488877" y="952800"/>
            <a:ext cx="113967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Class Info</a:t>
            </a:r>
            <a:endParaRPr sz="9200"/>
          </a:p>
        </p:txBody>
      </p:sp>
      <p:sp>
        <p:nvSpPr>
          <p:cNvPr id="616" name="Google Shape;616;p13"/>
          <p:cNvSpPr txBox="1"/>
          <p:nvPr/>
        </p:nvSpPr>
        <p:spPr>
          <a:xfrm>
            <a:off x="1625054" y="945335"/>
            <a:ext cx="1485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</a:t>
            </a:r>
            <a:r>
              <a:rPr lang="en-US" sz="787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1</a:t>
            </a:r>
            <a:endParaRPr/>
          </a:p>
        </p:txBody>
      </p:sp>
      <p:grpSp>
        <p:nvGrpSpPr>
          <p:cNvPr id="617" name="Google Shape;617;p13"/>
          <p:cNvGrpSpPr/>
          <p:nvPr/>
        </p:nvGrpSpPr>
        <p:grpSpPr>
          <a:xfrm>
            <a:off x="12135203" y="466362"/>
            <a:ext cx="5851052" cy="1310243"/>
            <a:chOff x="2" y="-564"/>
            <a:chExt cx="7801403" cy="1746991"/>
          </a:xfrm>
        </p:grpSpPr>
        <p:grpSp>
          <p:nvGrpSpPr>
            <p:cNvPr id="618" name="Google Shape;618;p13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619" name="Google Shape;619;p13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0" name="Google Shape;620;p13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21" name="Google Shape;621;p13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622" name="Google Shape;622;p13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3" name="Google Shape;623;p13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24" name="Google Shape;624;p13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625" name="Google Shape;625;p13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6" name="Google Shape;626;p13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27" name="Google Shape;627;p13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628" name="Google Shape;628;p13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9" name="Google Shape;629;p13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30" name="Google Shape;630;p13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631" name="Google Shape;631;p13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2" name="Google Shape;632;p13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33" name="Google Shape;633;p13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634" name="Google Shape;634;p13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5" name="Google Shape;635;p13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36" name="Google Shape;636;p13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637" name="Google Shape;637;p13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8" name="Google Shape;638;p13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39" name="Google Shape;639;p13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640" name="Google Shape;640;p13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1" name="Google Shape;641;p13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2" name="Google Shape;642;p13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643" name="Google Shape;643;p13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4" name="Google Shape;644;p13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8"/>
        </a:solidFill>
      </p:bgPr>
    </p:bg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9" name="Google Shape;649;p14"/>
          <p:cNvGrpSpPr/>
          <p:nvPr/>
        </p:nvGrpSpPr>
        <p:grpSpPr>
          <a:xfrm>
            <a:off x="4231638" y="5387749"/>
            <a:ext cx="9824703" cy="1591634"/>
            <a:chOff x="0" y="-47625"/>
            <a:chExt cx="1719710" cy="378600"/>
          </a:xfrm>
        </p:grpSpPr>
        <p:sp>
          <p:nvSpPr>
            <p:cNvPr id="650" name="Google Shape;650;p14"/>
            <p:cNvSpPr/>
            <p:nvPr/>
          </p:nvSpPr>
          <p:spPr>
            <a:xfrm>
              <a:off x="0" y="0"/>
              <a:ext cx="1719710" cy="330886"/>
            </a:xfrm>
            <a:custGeom>
              <a:rect b="b" l="l" r="r" t="t"/>
              <a:pathLst>
                <a:path extrusionOk="0" h="330886" w="1719710">
                  <a:moveTo>
                    <a:pt x="60470" y="0"/>
                  </a:moveTo>
                  <a:lnTo>
                    <a:pt x="1659240" y="0"/>
                  </a:lnTo>
                  <a:cubicBezTo>
                    <a:pt x="1675277" y="0"/>
                    <a:pt x="1690658" y="6371"/>
                    <a:pt x="1701998" y="17711"/>
                  </a:cubicBezTo>
                  <a:cubicBezTo>
                    <a:pt x="1713339" y="29051"/>
                    <a:pt x="1719710" y="44432"/>
                    <a:pt x="1719710" y="60470"/>
                  </a:cubicBezTo>
                  <a:lnTo>
                    <a:pt x="1719710" y="270416"/>
                  </a:lnTo>
                  <a:cubicBezTo>
                    <a:pt x="1719710" y="303813"/>
                    <a:pt x="1692636" y="330886"/>
                    <a:pt x="1659240" y="330886"/>
                  </a:cubicBezTo>
                  <a:lnTo>
                    <a:pt x="60470" y="330886"/>
                  </a:lnTo>
                  <a:cubicBezTo>
                    <a:pt x="27073" y="330886"/>
                    <a:pt x="0" y="303813"/>
                    <a:pt x="0" y="270416"/>
                  </a:cubicBezTo>
                  <a:lnTo>
                    <a:pt x="0" y="60470"/>
                  </a:lnTo>
                  <a:cubicBezTo>
                    <a:pt x="0" y="27073"/>
                    <a:pt x="27073" y="0"/>
                    <a:pt x="60470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14"/>
            <p:cNvSpPr txBox="1"/>
            <p:nvPr/>
          </p:nvSpPr>
          <p:spPr>
            <a:xfrm>
              <a:off x="0" y="-47625"/>
              <a:ext cx="17196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52" name="Google Shape;652;p14"/>
          <p:cNvGrpSpPr/>
          <p:nvPr/>
        </p:nvGrpSpPr>
        <p:grpSpPr>
          <a:xfrm>
            <a:off x="3823125" y="3307623"/>
            <a:ext cx="10641737" cy="3415313"/>
            <a:chOff x="0" y="-47625"/>
            <a:chExt cx="1719710" cy="378600"/>
          </a:xfrm>
        </p:grpSpPr>
        <p:sp>
          <p:nvSpPr>
            <p:cNvPr id="653" name="Google Shape;653;p14"/>
            <p:cNvSpPr/>
            <p:nvPr/>
          </p:nvSpPr>
          <p:spPr>
            <a:xfrm>
              <a:off x="0" y="0"/>
              <a:ext cx="1719710" cy="330886"/>
            </a:xfrm>
            <a:custGeom>
              <a:rect b="b" l="l" r="r" t="t"/>
              <a:pathLst>
                <a:path extrusionOk="0" h="330886" w="1719710">
                  <a:moveTo>
                    <a:pt x="60470" y="0"/>
                  </a:moveTo>
                  <a:lnTo>
                    <a:pt x="1659240" y="0"/>
                  </a:lnTo>
                  <a:cubicBezTo>
                    <a:pt x="1675277" y="0"/>
                    <a:pt x="1690658" y="6371"/>
                    <a:pt x="1701998" y="17711"/>
                  </a:cubicBezTo>
                  <a:cubicBezTo>
                    <a:pt x="1713339" y="29051"/>
                    <a:pt x="1719710" y="44432"/>
                    <a:pt x="1719710" y="60470"/>
                  </a:cubicBezTo>
                  <a:lnTo>
                    <a:pt x="1719710" y="270416"/>
                  </a:lnTo>
                  <a:cubicBezTo>
                    <a:pt x="1719710" y="303813"/>
                    <a:pt x="1692636" y="330886"/>
                    <a:pt x="1659240" y="330886"/>
                  </a:cubicBezTo>
                  <a:lnTo>
                    <a:pt x="60470" y="330886"/>
                  </a:lnTo>
                  <a:cubicBezTo>
                    <a:pt x="27073" y="330886"/>
                    <a:pt x="0" y="303813"/>
                    <a:pt x="0" y="270416"/>
                  </a:cubicBezTo>
                  <a:lnTo>
                    <a:pt x="0" y="60470"/>
                  </a:lnTo>
                  <a:cubicBezTo>
                    <a:pt x="0" y="27073"/>
                    <a:pt x="27073" y="0"/>
                    <a:pt x="60470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14"/>
            <p:cNvSpPr txBox="1"/>
            <p:nvPr/>
          </p:nvSpPr>
          <p:spPr>
            <a:xfrm>
              <a:off x="0" y="-47625"/>
              <a:ext cx="17196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55" name="Google Shape;655;p14"/>
          <p:cNvGrpSpPr/>
          <p:nvPr/>
        </p:nvGrpSpPr>
        <p:grpSpPr>
          <a:xfrm flipH="1" rot="10800000">
            <a:off x="417483" y="241933"/>
            <a:ext cx="5851052" cy="1310243"/>
            <a:chOff x="0" y="-241102"/>
            <a:chExt cx="7801402" cy="1746991"/>
          </a:xfrm>
        </p:grpSpPr>
        <p:grpSp>
          <p:nvGrpSpPr>
            <p:cNvPr id="656" name="Google Shape;656;p14"/>
            <p:cNvGrpSpPr/>
            <p:nvPr/>
          </p:nvGrpSpPr>
          <p:grpSpPr>
            <a:xfrm>
              <a:off x="0" y="-241102"/>
              <a:ext cx="2173362" cy="520931"/>
              <a:chOff x="0" y="-47625"/>
              <a:chExt cx="429306" cy="102900"/>
            </a:xfrm>
          </p:grpSpPr>
          <p:sp>
            <p:nvSpPr>
              <p:cNvPr id="657" name="Google Shape;657;p1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8" name="Google Shape;658;p1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59" name="Google Shape;659;p14"/>
            <p:cNvGrpSpPr/>
            <p:nvPr/>
          </p:nvGrpSpPr>
          <p:grpSpPr>
            <a:xfrm>
              <a:off x="2571714" y="-241102"/>
              <a:ext cx="2173362" cy="520931"/>
              <a:chOff x="0" y="-47625"/>
              <a:chExt cx="429306" cy="102900"/>
            </a:xfrm>
          </p:grpSpPr>
          <p:sp>
            <p:nvSpPr>
              <p:cNvPr id="660" name="Google Shape;660;p1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1" name="Google Shape;661;p1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62" name="Google Shape;662;p14"/>
            <p:cNvGrpSpPr/>
            <p:nvPr/>
          </p:nvGrpSpPr>
          <p:grpSpPr>
            <a:xfrm>
              <a:off x="1345333" y="575061"/>
              <a:ext cx="2173362" cy="520931"/>
              <a:chOff x="0" y="-47625"/>
              <a:chExt cx="429306" cy="102900"/>
            </a:xfrm>
          </p:grpSpPr>
          <p:sp>
            <p:nvSpPr>
              <p:cNvPr id="663" name="Google Shape;663;p1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4" name="Google Shape;664;p1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65" name="Google Shape;665;p14"/>
            <p:cNvGrpSpPr/>
            <p:nvPr/>
          </p:nvGrpSpPr>
          <p:grpSpPr>
            <a:xfrm>
              <a:off x="3658396" y="563639"/>
              <a:ext cx="2173362" cy="520931"/>
              <a:chOff x="0" y="-47625"/>
              <a:chExt cx="429306" cy="102900"/>
            </a:xfrm>
          </p:grpSpPr>
          <p:sp>
            <p:nvSpPr>
              <p:cNvPr id="666" name="Google Shape;666;p1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7" name="Google Shape;667;p1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68" name="Google Shape;668;p14"/>
            <p:cNvGrpSpPr/>
            <p:nvPr/>
          </p:nvGrpSpPr>
          <p:grpSpPr>
            <a:xfrm>
              <a:off x="5314643" y="-241102"/>
              <a:ext cx="1191034" cy="520931"/>
              <a:chOff x="0" y="-47625"/>
              <a:chExt cx="235266" cy="102900"/>
            </a:xfrm>
          </p:grpSpPr>
          <p:sp>
            <p:nvSpPr>
              <p:cNvPr id="669" name="Google Shape;669;p14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0" name="Google Shape;670;p14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1" name="Google Shape;671;p14"/>
            <p:cNvGrpSpPr/>
            <p:nvPr/>
          </p:nvGrpSpPr>
          <p:grpSpPr>
            <a:xfrm>
              <a:off x="6610368" y="563639"/>
              <a:ext cx="1191034" cy="520931"/>
              <a:chOff x="0" y="-47625"/>
              <a:chExt cx="235266" cy="102900"/>
            </a:xfrm>
          </p:grpSpPr>
          <p:sp>
            <p:nvSpPr>
              <p:cNvPr id="672" name="Google Shape;672;p14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3" name="Google Shape;673;p14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4" name="Google Shape;674;p14"/>
            <p:cNvGrpSpPr/>
            <p:nvPr/>
          </p:nvGrpSpPr>
          <p:grpSpPr>
            <a:xfrm>
              <a:off x="0" y="586483"/>
              <a:ext cx="1202850" cy="498150"/>
              <a:chOff x="0" y="-47625"/>
              <a:chExt cx="237600" cy="98400"/>
            </a:xfrm>
          </p:grpSpPr>
          <p:sp>
            <p:nvSpPr>
              <p:cNvPr id="675" name="Google Shape;675;p14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6" name="Google Shape;676;p14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7" name="Google Shape;677;p14"/>
            <p:cNvGrpSpPr/>
            <p:nvPr/>
          </p:nvGrpSpPr>
          <p:grpSpPr>
            <a:xfrm>
              <a:off x="0" y="165164"/>
              <a:ext cx="4377448" cy="520931"/>
              <a:chOff x="0" y="-47625"/>
              <a:chExt cx="864681" cy="102900"/>
            </a:xfrm>
          </p:grpSpPr>
          <p:sp>
            <p:nvSpPr>
              <p:cNvPr id="678" name="Google Shape;678;p14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9" name="Google Shape;679;p14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80" name="Google Shape;680;p14"/>
            <p:cNvGrpSpPr/>
            <p:nvPr/>
          </p:nvGrpSpPr>
          <p:grpSpPr>
            <a:xfrm>
              <a:off x="0" y="984958"/>
              <a:ext cx="4377448" cy="520931"/>
              <a:chOff x="0" y="-47625"/>
              <a:chExt cx="864681" cy="102900"/>
            </a:xfrm>
          </p:grpSpPr>
          <p:sp>
            <p:nvSpPr>
              <p:cNvPr id="681" name="Google Shape;681;p14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2" name="Google Shape;682;p14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83" name="Google Shape;683;p14"/>
          <p:cNvGrpSpPr/>
          <p:nvPr/>
        </p:nvGrpSpPr>
        <p:grpSpPr>
          <a:xfrm>
            <a:off x="11999778" y="8693380"/>
            <a:ext cx="5851052" cy="1310243"/>
            <a:chOff x="2" y="-564"/>
            <a:chExt cx="7801403" cy="1746991"/>
          </a:xfrm>
        </p:grpSpPr>
        <p:grpSp>
          <p:nvGrpSpPr>
            <p:cNvPr id="684" name="Google Shape;684;p14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685" name="Google Shape;685;p1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6" name="Google Shape;686;p1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87" name="Google Shape;687;p14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688" name="Google Shape;688;p1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9" name="Google Shape;689;p1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90" name="Google Shape;690;p14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691" name="Google Shape;691;p1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2" name="Google Shape;692;p1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93" name="Google Shape;693;p14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694" name="Google Shape;694;p1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5" name="Google Shape;695;p1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96" name="Google Shape;696;p14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697" name="Google Shape;697;p14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8" name="Google Shape;698;p14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99" name="Google Shape;699;p14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700" name="Google Shape;700;p14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1" name="Google Shape;701;p14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02" name="Google Shape;702;p14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703" name="Google Shape;703;p14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4" name="Google Shape;704;p14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05" name="Google Shape;705;p14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706" name="Google Shape;706;p14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7" name="Google Shape;707;p14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08" name="Google Shape;708;p14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709" name="Google Shape;709;p14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0" name="Google Shape;710;p14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11" name="Google Shape;711;p14"/>
          <p:cNvSpPr txBox="1"/>
          <p:nvPr/>
        </p:nvSpPr>
        <p:spPr>
          <a:xfrm>
            <a:off x="4597625" y="4320325"/>
            <a:ext cx="90927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HW Check</a:t>
            </a:r>
            <a:endParaRPr sz="1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8"/>
        </a:solidFill>
      </p:bgPr>
    </p:bg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15"/>
          <p:cNvSpPr/>
          <p:nvPr/>
        </p:nvSpPr>
        <p:spPr>
          <a:xfrm>
            <a:off x="1352575" y="6815180"/>
            <a:ext cx="8886900" cy="1437600"/>
          </a:xfrm>
          <a:prstGeom prst="roundRect">
            <a:avLst>
              <a:gd fmla="val 16667" name="adj"/>
            </a:avLst>
          </a:prstGeom>
          <a:solidFill>
            <a:srgbClr val="FF4F63">
              <a:alpha val="468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nton"/>
              <a:ea typeface="Anton"/>
              <a:cs typeface="Anton"/>
              <a:sym typeface="Anton"/>
            </a:endParaRPr>
          </a:p>
        </p:txBody>
      </p:sp>
      <p:grpSp>
        <p:nvGrpSpPr>
          <p:cNvPr id="717" name="Google Shape;717;p15"/>
          <p:cNvGrpSpPr/>
          <p:nvPr/>
        </p:nvGrpSpPr>
        <p:grpSpPr>
          <a:xfrm>
            <a:off x="1138275" y="864982"/>
            <a:ext cx="2065578" cy="1437506"/>
            <a:chOff x="0" y="-47625"/>
            <a:chExt cx="544017" cy="378600"/>
          </a:xfrm>
        </p:grpSpPr>
        <p:sp>
          <p:nvSpPr>
            <p:cNvPr id="718" name="Google Shape;718;p15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15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0" name="Google Shape;720;p15"/>
          <p:cNvGrpSpPr/>
          <p:nvPr/>
        </p:nvGrpSpPr>
        <p:grpSpPr>
          <a:xfrm>
            <a:off x="1247850" y="688914"/>
            <a:ext cx="2065578" cy="1437506"/>
            <a:chOff x="0" y="-47625"/>
            <a:chExt cx="544017" cy="378600"/>
          </a:xfrm>
        </p:grpSpPr>
        <p:sp>
          <p:nvSpPr>
            <p:cNvPr id="721" name="Google Shape;721;p15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15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23" name="Google Shape;723;p15"/>
          <p:cNvSpPr txBox="1"/>
          <p:nvPr/>
        </p:nvSpPr>
        <p:spPr>
          <a:xfrm>
            <a:off x="3824266" y="814076"/>
            <a:ext cx="94947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Quick Refresher</a:t>
            </a:r>
            <a:endParaRPr sz="10000"/>
          </a:p>
        </p:txBody>
      </p:sp>
      <p:sp>
        <p:nvSpPr>
          <p:cNvPr id="724" name="Google Shape;724;p15"/>
          <p:cNvSpPr txBox="1"/>
          <p:nvPr/>
        </p:nvSpPr>
        <p:spPr>
          <a:xfrm>
            <a:off x="1827554" y="922110"/>
            <a:ext cx="1485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</a:t>
            </a:r>
            <a:r>
              <a:rPr lang="en-US" sz="787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3</a:t>
            </a:r>
            <a:endParaRPr/>
          </a:p>
        </p:txBody>
      </p:sp>
      <p:grpSp>
        <p:nvGrpSpPr>
          <p:cNvPr id="725" name="Google Shape;725;p15"/>
          <p:cNvGrpSpPr/>
          <p:nvPr/>
        </p:nvGrpSpPr>
        <p:grpSpPr>
          <a:xfrm>
            <a:off x="12317278" y="107737"/>
            <a:ext cx="5851052" cy="1310243"/>
            <a:chOff x="2" y="-564"/>
            <a:chExt cx="7801403" cy="1746991"/>
          </a:xfrm>
        </p:grpSpPr>
        <p:grpSp>
          <p:nvGrpSpPr>
            <p:cNvPr id="726" name="Google Shape;726;p15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727" name="Google Shape;727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8" name="Google Shape;728;p15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29" name="Google Shape;729;p15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730" name="Google Shape;730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1" name="Google Shape;731;p15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32" name="Google Shape;732;p15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733" name="Google Shape;733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4" name="Google Shape;734;p15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35" name="Google Shape;735;p15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736" name="Google Shape;736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7" name="Google Shape;737;p15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38" name="Google Shape;738;p15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739" name="Google Shape;739;p15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0" name="Google Shape;740;p15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41" name="Google Shape;741;p15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742" name="Google Shape;742;p15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3" name="Google Shape;743;p15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44" name="Google Shape;744;p15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745" name="Google Shape;745;p15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6" name="Google Shape;746;p15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47" name="Google Shape;747;p15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748" name="Google Shape;748;p15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9" name="Google Shape;749;p15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50" name="Google Shape;750;p15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751" name="Google Shape;751;p15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2" name="Google Shape;752;p15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53" name="Google Shape;753;p15"/>
          <p:cNvSpPr txBox="1"/>
          <p:nvPr/>
        </p:nvSpPr>
        <p:spPr>
          <a:xfrm>
            <a:off x="1136100" y="3044250"/>
            <a:ext cx="17032200" cy="18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5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1. print(“print(\”Py\n3\”)”) output?</a:t>
            </a:r>
            <a:endParaRPr b="1" sz="5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754" name="Google Shape;754;p15"/>
          <p:cNvGrpSpPr/>
          <p:nvPr/>
        </p:nvGrpSpPr>
        <p:grpSpPr>
          <a:xfrm>
            <a:off x="1729374" y="4023076"/>
            <a:ext cx="12210123" cy="1293324"/>
            <a:chOff x="1729374" y="4023076"/>
            <a:chExt cx="12210123" cy="1293324"/>
          </a:xfrm>
        </p:grpSpPr>
        <p:grpSp>
          <p:nvGrpSpPr>
            <p:cNvPr id="755" name="Google Shape;755;p15"/>
            <p:cNvGrpSpPr/>
            <p:nvPr/>
          </p:nvGrpSpPr>
          <p:grpSpPr>
            <a:xfrm>
              <a:off x="1729374" y="4113601"/>
              <a:ext cx="942781" cy="739141"/>
              <a:chOff x="0" y="-47625"/>
              <a:chExt cx="544017" cy="378600"/>
            </a:xfrm>
          </p:grpSpPr>
          <p:sp>
            <p:nvSpPr>
              <p:cNvPr id="756" name="Google Shape;756;p15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7" name="Google Shape;757;p15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58" name="Google Shape;758;p15"/>
            <p:cNvGrpSpPr/>
            <p:nvPr/>
          </p:nvGrpSpPr>
          <p:grpSpPr>
            <a:xfrm>
              <a:off x="1793336" y="4023076"/>
              <a:ext cx="942781" cy="739141"/>
              <a:chOff x="0" y="-47625"/>
              <a:chExt cx="544017" cy="378600"/>
            </a:xfrm>
          </p:grpSpPr>
          <p:sp>
            <p:nvSpPr>
              <p:cNvPr id="759" name="Google Shape;759;p15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0" name="Google Shape;760;p15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61" name="Google Shape;761;p15"/>
            <p:cNvSpPr txBox="1"/>
            <p:nvPr/>
          </p:nvSpPr>
          <p:spPr>
            <a:xfrm>
              <a:off x="2043978" y="414297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A.</a:t>
              </a:r>
              <a:endParaRPr sz="4500"/>
            </a:p>
          </p:txBody>
        </p:sp>
        <p:sp>
          <p:nvSpPr>
            <p:cNvPr id="762" name="Google Shape;762;p15"/>
            <p:cNvSpPr txBox="1"/>
            <p:nvPr/>
          </p:nvSpPr>
          <p:spPr>
            <a:xfrm>
              <a:off x="2983197" y="4115800"/>
              <a:ext cx="109563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9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Py</a:t>
              </a:r>
              <a:br>
                <a:rPr lang="en-US" sz="39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</a:br>
              <a:r>
                <a:rPr lang="en-US" sz="39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3</a:t>
              </a:r>
              <a:endParaRPr sz="39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763" name="Google Shape;763;p15"/>
          <p:cNvGrpSpPr/>
          <p:nvPr/>
        </p:nvGrpSpPr>
        <p:grpSpPr>
          <a:xfrm>
            <a:off x="1711049" y="6816810"/>
            <a:ext cx="11025725" cy="1385715"/>
            <a:chOff x="1729374" y="7781235"/>
            <a:chExt cx="11025725" cy="1385715"/>
          </a:xfrm>
        </p:grpSpPr>
        <p:grpSp>
          <p:nvGrpSpPr>
            <p:cNvPr id="764" name="Google Shape;764;p15"/>
            <p:cNvGrpSpPr/>
            <p:nvPr/>
          </p:nvGrpSpPr>
          <p:grpSpPr>
            <a:xfrm>
              <a:off x="1729374" y="7871760"/>
              <a:ext cx="942781" cy="739141"/>
              <a:chOff x="0" y="-47625"/>
              <a:chExt cx="544017" cy="378600"/>
            </a:xfrm>
          </p:grpSpPr>
          <p:sp>
            <p:nvSpPr>
              <p:cNvPr id="765" name="Google Shape;765;p15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6" name="Google Shape;766;p15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67" name="Google Shape;767;p15"/>
            <p:cNvGrpSpPr/>
            <p:nvPr/>
          </p:nvGrpSpPr>
          <p:grpSpPr>
            <a:xfrm>
              <a:off x="1793336" y="7781235"/>
              <a:ext cx="942781" cy="739141"/>
              <a:chOff x="0" y="-47625"/>
              <a:chExt cx="544017" cy="378600"/>
            </a:xfrm>
          </p:grpSpPr>
          <p:sp>
            <p:nvSpPr>
              <p:cNvPr id="768" name="Google Shape;768;p15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9" name="Google Shape;769;p15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70" name="Google Shape;770;p15"/>
            <p:cNvSpPr txBox="1"/>
            <p:nvPr/>
          </p:nvSpPr>
          <p:spPr>
            <a:xfrm>
              <a:off x="2043978" y="790113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C.</a:t>
              </a:r>
              <a:endParaRPr sz="4500"/>
            </a:p>
          </p:txBody>
        </p:sp>
        <p:sp>
          <p:nvSpPr>
            <p:cNvPr id="771" name="Google Shape;771;p15"/>
            <p:cNvSpPr txBox="1"/>
            <p:nvPr/>
          </p:nvSpPr>
          <p:spPr>
            <a:xfrm>
              <a:off x="2983199" y="7873950"/>
              <a:ext cx="9771900" cy="129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print(“Py</a:t>
              </a:r>
              <a:b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</a:b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3”)</a:t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772" name="Google Shape;772;p15"/>
          <p:cNvGrpSpPr/>
          <p:nvPr/>
        </p:nvGrpSpPr>
        <p:grpSpPr>
          <a:xfrm>
            <a:off x="1711049" y="5347801"/>
            <a:ext cx="15855127" cy="829665"/>
            <a:chOff x="1729374" y="4023076"/>
            <a:chExt cx="15855127" cy="829665"/>
          </a:xfrm>
        </p:grpSpPr>
        <p:grpSp>
          <p:nvGrpSpPr>
            <p:cNvPr id="773" name="Google Shape;773;p15"/>
            <p:cNvGrpSpPr/>
            <p:nvPr/>
          </p:nvGrpSpPr>
          <p:grpSpPr>
            <a:xfrm>
              <a:off x="1729374" y="4113601"/>
              <a:ext cx="942781" cy="739141"/>
              <a:chOff x="0" y="-47625"/>
              <a:chExt cx="544017" cy="378600"/>
            </a:xfrm>
          </p:grpSpPr>
          <p:sp>
            <p:nvSpPr>
              <p:cNvPr id="774" name="Google Shape;774;p15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5" name="Google Shape;775;p15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6" name="Google Shape;776;p15"/>
            <p:cNvGrpSpPr/>
            <p:nvPr/>
          </p:nvGrpSpPr>
          <p:grpSpPr>
            <a:xfrm>
              <a:off x="1793336" y="4023076"/>
              <a:ext cx="942781" cy="739141"/>
              <a:chOff x="0" y="-47625"/>
              <a:chExt cx="544017" cy="378600"/>
            </a:xfrm>
          </p:grpSpPr>
          <p:sp>
            <p:nvSpPr>
              <p:cNvPr id="777" name="Google Shape;777;p15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8" name="Google Shape;778;p15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79" name="Google Shape;779;p15"/>
            <p:cNvSpPr txBox="1"/>
            <p:nvPr/>
          </p:nvSpPr>
          <p:spPr>
            <a:xfrm>
              <a:off x="2043978" y="414297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B.</a:t>
              </a:r>
              <a:endParaRPr sz="4500"/>
            </a:p>
          </p:txBody>
        </p:sp>
        <p:sp>
          <p:nvSpPr>
            <p:cNvPr id="780" name="Google Shape;780;p15"/>
            <p:cNvSpPr txBox="1"/>
            <p:nvPr/>
          </p:nvSpPr>
          <p:spPr>
            <a:xfrm>
              <a:off x="2983201" y="4159925"/>
              <a:ext cx="14601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print(\”Py\n3\”)</a:t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781" name="Google Shape;781;p15"/>
          <p:cNvGrpSpPr/>
          <p:nvPr/>
        </p:nvGrpSpPr>
        <p:grpSpPr>
          <a:xfrm>
            <a:off x="1695649" y="8491760"/>
            <a:ext cx="15486127" cy="829665"/>
            <a:chOff x="1729374" y="7781235"/>
            <a:chExt cx="15486127" cy="829665"/>
          </a:xfrm>
        </p:grpSpPr>
        <p:grpSp>
          <p:nvGrpSpPr>
            <p:cNvPr id="782" name="Google Shape;782;p15"/>
            <p:cNvGrpSpPr/>
            <p:nvPr/>
          </p:nvGrpSpPr>
          <p:grpSpPr>
            <a:xfrm>
              <a:off x="1729374" y="7871760"/>
              <a:ext cx="942781" cy="739141"/>
              <a:chOff x="0" y="-47625"/>
              <a:chExt cx="544017" cy="378600"/>
            </a:xfrm>
          </p:grpSpPr>
          <p:sp>
            <p:nvSpPr>
              <p:cNvPr id="783" name="Google Shape;783;p15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4" name="Google Shape;784;p15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5" name="Google Shape;785;p15"/>
            <p:cNvGrpSpPr/>
            <p:nvPr/>
          </p:nvGrpSpPr>
          <p:grpSpPr>
            <a:xfrm>
              <a:off x="1793336" y="7781235"/>
              <a:ext cx="942781" cy="739141"/>
              <a:chOff x="0" y="-47625"/>
              <a:chExt cx="544017" cy="378600"/>
            </a:xfrm>
          </p:grpSpPr>
          <p:sp>
            <p:nvSpPr>
              <p:cNvPr id="786" name="Google Shape;786;p15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7" name="Google Shape;787;p15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88" name="Google Shape;788;p15"/>
            <p:cNvSpPr txBox="1"/>
            <p:nvPr/>
          </p:nvSpPr>
          <p:spPr>
            <a:xfrm>
              <a:off x="2043978" y="790113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D.</a:t>
              </a:r>
              <a:endParaRPr sz="4500"/>
            </a:p>
          </p:txBody>
        </p:sp>
        <p:sp>
          <p:nvSpPr>
            <p:cNvPr id="789" name="Google Shape;789;p15"/>
            <p:cNvSpPr txBox="1"/>
            <p:nvPr/>
          </p:nvSpPr>
          <p:spPr>
            <a:xfrm>
              <a:off x="2983201" y="7873950"/>
              <a:ext cx="14232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\”Py\n3\”</a:t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pic>
        <p:nvPicPr>
          <p:cNvPr id="790" name="Google Shape;790;p15"/>
          <p:cNvPicPr preferRelativeResize="0"/>
          <p:nvPr/>
        </p:nvPicPr>
        <p:blipFill rotWithShape="1">
          <a:blip r:embed="rId3">
            <a:alphaModFix/>
          </a:blip>
          <a:srcRect b="18157" l="11349" r="10914" t="19357"/>
          <a:stretch/>
        </p:blipFill>
        <p:spPr>
          <a:xfrm>
            <a:off x="10711976" y="5035176"/>
            <a:ext cx="7264299" cy="356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8"/>
        </a:solidFill>
      </p:bgPr>
    </p:bg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16"/>
          <p:cNvSpPr/>
          <p:nvPr/>
        </p:nvSpPr>
        <p:spPr>
          <a:xfrm>
            <a:off x="1502025" y="8431025"/>
            <a:ext cx="6676800" cy="1038900"/>
          </a:xfrm>
          <a:prstGeom prst="roundRect">
            <a:avLst>
              <a:gd fmla="val 16667" name="adj"/>
            </a:avLst>
          </a:prstGeom>
          <a:solidFill>
            <a:srgbClr val="FF4F63">
              <a:alpha val="468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nton"/>
              <a:ea typeface="Anton"/>
              <a:cs typeface="Anton"/>
              <a:sym typeface="Anton"/>
            </a:endParaRPr>
          </a:p>
        </p:txBody>
      </p:sp>
      <p:grpSp>
        <p:nvGrpSpPr>
          <p:cNvPr id="796" name="Google Shape;796;p16"/>
          <p:cNvGrpSpPr/>
          <p:nvPr/>
        </p:nvGrpSpPr>
        <p:grpSpPr>
          <a:xfrm>
            <a:off x="1138275" y="864982"/>
            <a:ext cx="2065578" cy="1437506"/>
            <a:chOff x="0" y="-47625"/>
            <a:chExt cx="544017" cy="378600"/>
          </a:xfrm>
        </p:grpSpPr>
        <p:sp>
          <p:nvSpPr>
            <p:cNvPr id="797" name="Google Shape;797;p16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16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99" name="Google Shape;799;p16"/>
          <p:cNvGrpSpPr/>
          <p:nvPr/>
        </p:nvGrpSpPr>
        <p:grpSpPr>
          <a:xfrm>
            <a:off x="1247850" y="688914"/>
            <a:ext cx="2065578" cy="1437506"/>
            <a:chOff x="0" y="-47625"/>
            <a:chExt cx="544017" cy="378600"/>
          </a:xfrm>
        </p:grpSpPr>
        <p:sp>
          <p:nvSpPr>
            <p:cNvPr id="800" name="Google Shape;800;p16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16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02" name="Google Shape;802;p16"/>
          <p:cNvSpPr txBox="1"/>
          <p:nvPr/>
        </p:nvSpPr>
        <p:spPr>
          <a:xfrm>
            <a:off x="1827554" y="922110"/>
            <a:ext cx="1485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</a:t>
            </a:r>
            <a:r>
              <a:rPr lang="en-US" sz="787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3</a:t>
            </a:r>
            <a:endParaRPr/>
          </a:p>
        </p:txBody>
      </p:sp>
      <p:grpSp>
        <p:nvGrpSpPr>
          <p:cNvPr id="803" name="Google Shape;803;p16"/>
          <p:cNvGrpSpPr/>
          <p:nvPr/>
        </p:nvGrpSpPr>
        <p:grpSpPr>
          <a:xfrm>
            <a:off x="12317278" y="107737"/>
            <a:ext cx="5851052" cy="1310243"/>
            <a:chOff x="2" y="-564"/>
            <a:chExt cx="7801403" cy="1746991"/>
          </a:xfrm>
        </p:grpSpPr>
        <p:grpSp>
          <p:nvGrpSpPr>
            <p:cNvPr id="804" name="Google Shape;804;p16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805" name="Google Shape;805;p1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6" name="Google Shape;806;p1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7" name="Google Shape;807;p16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808" name="Google Shape;808;p1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9" name="Google Shape;809;p1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10" name="Google Shape;810;p16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811" name="Google Shape;811;p1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2" name="Google Shape;812;p1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13" name="Google Shape;813;p16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814" name="Google Shape;814;p1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5" name="Google Shape;815;p1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16" name="Google Shape;816;p16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817" name="Google Shape;817;p16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8" name="Google Shape;818;p16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19" name="Google Shape;819;p16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820" name="Google Shape;820;p16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1" name="Google Shape;821;p16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22" name="Google Shape;822;p16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823" name="Google Shape;823;p16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4" name="Google Shape;824;p16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25" name="Google Shape;825;p16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826" name="Google Shape;826;p16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7" name="Google Shape;827;p16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28" name="Google Shape;828;p16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829" name="Google Shape;829;p16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0" name="Google Shape;830;p16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31" name="Google Shape;831;p16"/>
          <p:cNvSpPr txBox="1"/>
          <p:nvPr/>
        </p:nvSpPr>
        <p:spPr>
          <a:xfrm>
            <a:off x="1136100" y="3044250"/>
            <a:ext cx="170322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r>
              <a:rPr b="1" lang="en-US" sz="4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. print(f”Alex has {2+3*6} apples”) output</a:t>
            </a:r>
            <a:endParaRPr b="1" sz="4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832" name="Google Shape;832;p16"/>
          <p:cNvGrpSpPr/>
          <p:nvPr/>
        </p:nvGrpSpPr>
        <p:grpSpPr>
          <a:xfrm>
            <a:off x="1729374" y="4023076"/>
            <a:ext cx="16018626" cy="829665"/>
            <a:chOff x="1729374" y="4023076"/>
            <a:chExt cx="16018626" cy="829665"/>
          </a:xfrm>
        </p:grpSpPr>
        <p:grpSp>
          <p:nvGrpSpPr>
            <p:cNvPr id="833" name="Google Shape;833;p16"/>
            <p:cNvGrpSpPr/>
            <p:nvPr/>
          </p:nvGrpSpPr>
          <p:grpSpPr>
            <a:xfrm>
              <a:off x="1729374" y="4113601"/>
              <a:ext cx="942781" cy="739141"/>
              <a:chOff x="0" y="-47625"/>
              <a:chExt cx="544017" cy="378600"/>
            </a:xfrm>
          </p:grpSpPr>
          <p:sp>
            <p:nvSpPr>
              <p:cNvPr id="834" name="Google Shape;834;p16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5" name="Google Shape;835;p16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36" name="Google Shape;836;p16"/>
            <p:cNvGrpSpPr/>
            <p:nvPr/>
          </p:nvGrpSpPr>
          <p:grpSpPr>
            <a:xfrm>
              <a:off x="1793336" y="4023076"/>
              <a:ext cx="942781" cy="739141"/>
              <a:chOff x="0" y="-47625"/>
              <a:chExt cx="544017" cy="378600"/>
            </a:xfrm>
          </p:grpSpPr>
          <p:sp>
            <p:nvSpPr>
              <p:cNvPr id="837" name="Google Shape;837;p16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8" name="Google Shape;838;p16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39" name="Google Shape;839;p16"/>
            <p:cNvSpPr txBox="1"/>
            <p:nvPr/>
          </p:nvSpPr>
          <p:spPr>
            <a:xfrm>
              <a:off x="2043978" y="414297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A.</a:t>
              </a:r>
              <a:endParaRPr sz="4500"/>
            </a:p>
          </p:txBody>
        </p:sp>
        <p:sp>
          <p:nvSpPr>
            <p:cNvPr id="840" name="Google Shape;840;p16"/>
            <p:cNvSpPr txBox="1"/>
            <p:nvPr/>
          </p:nvSpPr>
          <p:spPr>
            <a:xfrm>
              <a:off x="2983200" y="4115800"/>
              <a:ext cx="147648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TypeError - cannot concatenate “str” and “int” objects</a:t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841" name="Google Shape;841;p16"/>
          <p:cNvGrpSpPr/>
          <p:nvPr/>
        </p:nvGrpSpPr>
        <p:grpSpPr>
          <a:xfrm>
            <a:off x="1711049" y="6816810"/>
            <a:ext cx="12906122" cy="829665"/>
            <a:chOff x="1729374" y="7781235"/>
            <a:chExt cx="12906122" cy="829665"/>
          </a:xfrm>
        </p:grpSpPr>
        <p:grpSp>
          <p:nvGrpSpPr>
            <p:cNvPr id="842" name="Google Shape;842;p16"/>
            <p:cNvGrpSpPr/>
            <p:nvPr/>
          </p:nvGrpSpPr>
          <p:grpSpPr>
            <a:xfrm>
              <a:off x="1729374" y="7871760"/>
              <a:ext cx="942781" cy="739141"/>
              <a:chOff x="0" y="-47625"/>
              <a:chExt cx="544017" cy="378600"/>
            </a:xfrm>
          </p:grpSpPr>
          <p:sp>
            <p:nvSpPr>
              <p:cNvPr id="843" name="Google Shape;843;p16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4" name="Google Shape;844;p16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45" name="Google Shape;845;p16"/>
            <p:cNvGrpSpPr/>
            <p:nvPr/>
          </p:nvGrpSpPr>
          <p:grpSpPr>
            <a:xfrm>
              <a:off x="1793336" y="7781235"/>
              <a:ext cx="942781" cy="739141"/>
              <a:chOff x="0" y="-47625"/>
              <a:chExt cx="544017" cy="378600"/>
            </a:xfrm>
          </p:grpSpPr>
          <p:sp>
            <p:nvSpPr>
              <p:cNvPr id="846" name="Google Shape;846;p16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7" name="Google Shape;847;p16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48" name="Google Shape;848;p16"/>
            <p:cNvSpPr txBox="1"/>
            <p:nvPr/>
          </p:nvSpPr>
          <p:spPr>
            <a:xfrm>
              <a:off x="2043978" y="790113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C.</a:t>
              </a:r>
              <a:endParaRPr sz="4500"/>
            </a:p>
          </p:txBody>
        </p:sp>
        <p:sp>
          <p:nvSpPr>
            <p:cNvPr id="849" name="Google Shape;849;p16"/>
            <p:cNvSpPr txBox="1"/>
            <p:nvPr/>
          </p:nvSpPr>
          <p:spPr>
            <a:xfrm>
              <a:off x="2983196" y="7873950"/>
              <a:ext cx="11652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Alex has 30 apples</a:t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850" name="Google Shape;850;p16"/>
          <p:cNvGrpSpPr/>
          <p:nvPr/>
        </p:nvGrpSpPr>
        <p:grpSpPr>
          <a:xfrm>
            <a:off x="1711049" y="5347801"/>
            <a:ext cx="15855127" cy="829665"/>
            <a:chOff x="1729374" y="4023076"/>
            <a:chExt cx="15855127" cy="829665"/>
          </a:xfrm>
        </p:grpSpPr>
        <p:grpSp>
          <p:nvGrpSpPr>
            <p:cNvPr id="851" name="Google Shape;851;p16"/>
            <p:cNvGrpSpPr/>
            <p:nvPr/>
          </p:nvGrpSpPr>
          <p:grpSpPr>
            <a:xfrm>
              <a:off x="1729374" y="4113601"/>
              <a:ext cx="942781" cy="739141"/>
              <a:chOff x="0" y="-47625"/>
              <a:chExt cx="544017" cy="378600"/>
            </a:xfrm>
          </p:grpSpPr>
          <p:sp>
            <p:nvSpPr>
              <p:cNvPr id="852" name="Google Shape;852;p16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3" name="Google Shape;853;p16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54" name="Google Shape;854;p16"/>
            <p:cNvGrpSpPr/>
            <p:nvPr/>
          </p:nvGrpSpPr>
          <p:grpSpPr>
            <a:xfrm>
              <a:off x="1793336" y="4023076"/>
              <a:ext cx="942781" cy="739141"/>
              <a:chOff x="0" y="-47625"/>
              <a:chExt cx="544017" cy="378600"/>
            </a:xfrm>
          </p:grpSpPr>
          <p:sp>
            <p:nvSpPr>
              <p:cNvPr id="855" name="Google Shape;855;p16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6" name="Google Shape;856;p16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57" name="Google Shape;857;p16"/>
            <p:cNvSpPr txBox="1"/>
            <p:nvPr/>
          </p:nvSpPr>
          <p:spPr>
            <a:xfrm>
              <a:off x="2043978" y="414297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B.</a:t>
              </a:r>
              <a:endParaRPr sz="4500"/>
            </a:p>
          </p:txBody>
        </p:sp>
        <p:sp>
          <p:nvSpPr>
            <p:cNvPr id="858" name="Google Shape;858;p16"/>
            <p:cNvSpPr txBox="1"/>
            <p:nvPr/>
          </p:nvSpPr>
          <p:spPr>
            <a:xfrm>
              <a:off x="2983201" y="4159925"/>
              <a:ext cx="14601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Alex has {2+3*6} apples</a:t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859" name="Google Shape;859;p16"/>
          <p:cNvGrpSpPr/>
          <p:nvPr/>
        </p:nvGrpSpPr>
        <p:grpSpPr>
          <a:xfrm>
            <a:off x="1695649" y="8491760"/>
            <a:ext cx="15486127" cy="829665"/>
            <a:chOff x="1729374" y="7781235"/>
            <a:chExt cx="15486127" cy="829665"/>
          </a:xfrm>
        </p:grpSpPr>
        <p:grpSp>
          <p:nvGrpSpPr>
            <p:cNvPr id="860" name="Google Shape;860;p16"/>
            <p:cNvGrpSpPr/>
            <p:nvPr/>
          </p:nvGrpSpPr>
          <p:grpSpPr>
            <a:xfrm>
              <a:off x="1729374" y="7871760"/>
              <a:ext cx="942781" cy="739141"/>
              <a:chOff x="0" y="-47625"/>
              <a:chExt cx="544017" cy="378600"/>
            </a:xfrm>
          </p:grpSpPr>
          <p:sp>
            <p:nvSpPr>
              <p:cNvPr id="861" name="Google Shape;861;p16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2" name="Google Shape;862;p16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63" name="Google Shape;863;p16"/>
            <p:cNvGrpSpPr/>
            <p:nvPr/>
          </p:nvGrpSpPr>
          <p:grpSpPr>
            <a:xfrm>
              <a:off x="1793336" y="7781235"/>
              <a:ext cx="942781" cy="739141"/>
              <a:chOff x="0" y="-47625"/>
              <a:chExt cx="544017" cy="378600"/>
            </a:xfrm>
          </p:grpSpPr>
          <p:sp>
            <p:nvSpPr>
              <p:cNvPr id="864" name="Google Shape;864;p16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5" name="Google Shape;865;p16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66" name="Google Shape;866;p16"/>
            <p:cNvSpPr txBox="1"/>
            <p:nvPr/>
          </p:nvSpPr>
          <p:spPr>
            <a:xfrm>
              <a:off x="2043978" y="790113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D.</a:t>
              </a:r>
              <a:endParaRPr sz="4500"/>
            </a:p>
          </p:txBody>
        </p:sp>
        <p:sp>
          <p:nvSpPr>
            <p:cNvPr id="867" name="Google Shape;867;p16"/>
            <p:cNvSpPr txBox="1"/>
            <p:nvPr/>
          </p:nvSpPr>
          <p:spPr>
            <a:xfrm>
              <a:off x="2983201" y="7873950"/>
              <a:ext cx="14232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Alex has 20 apples</a:t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868" name="Google Shape;868;p16"/>
          <p:cNvSpPr txBox="1"/>
          <p:nvPr/>
        </p:nvSpPr>
        <p:spPr>
          <a:xfrm>
            <a:off x="3824266" y="814076"/>
            <a:ext cx="94947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Quick Refresher</a:t>
            </a:r>
            <a:endParaRPr sz="10000"/>
          </a:p>
        </p:txBody>
      </p:sp>
      <p:pic>
        <p:nvPicPr>
          <p:cNvPr id="869" name="Google Shape;869;p16"/>
          <p:cNvPicPr preferRelativeResize="0"/>
          <p:nvPr/>
        </p:nvPicPr>
        <p:blipFill rotWithShape="1">
          <a:blip r:embed="rId3">
            <a:alphaModFix/>
          </a:blip>
          <a:srcRect b="0" l="23349" r="19589" t="0"/>
          <a:stretch/>
        </p:blipFill>
        <p:spPr>
          <a:xfrm>
            <a:off x="11330725" y="5951325"/>
            <a:ext cx="5851049" cy="3005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8"/>
        </a:solidFill>
      </p:bgPr>
    </p:bg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17"/>
          <p:cNvSpPr/>
          <p:nvPr/>
        </p:nvSpPr>
        <p:spPr>
          <a:xfrm>
            <a:off x="1578300" y="5548825"/>
            <a:ext cx="2593200" cy="1025700"/>
          </a:xfrm>
          <a:prstGeom prst="roundRect">
            <a:avLst>
              <a:gd fmla="val 16667" name="adj"/>
            </a:avLst>
          </a:prstGeom>
          <a:solidFill>
            <a:srgbClr val="FF4F63">
              <a:alpha val="468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nton"/>
              <a:ea typeface="Anton"/>
              <a:cs typeface="Anton"/>
              <a:sym typeface="Anton"/>
            </a:endParaRPr>
          </a:p>
        </p:txBody>
      </p:sp>
      <p:grpSp>
        <p:nvGrpSpPr>
          <p:cNvPr id="875" name="Google Shape;875;p17"/>
          <p:cNvGrpSpPr/>
          <p:nvPr/>
        </p:nvGrpSpPr>
        <p:grpSpPr>
          <a:xfrm>
            <a:off x="1138275" y="864982"/>
            <a:ext cx="2065578" cy="1437506"/>
            <a:chOff x="0" y="-47625"/>
            <a:chExt cx="544017" cy="378600"/>
          </a:xfrm>
        </p:grpSpPr>
        <p:sp>
          <p:nvSpPr>
            <p:cNvPr id="876" name="Google Shape;876;p17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17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8" name="Google Shape;878;p17"/>
          <p:cNvGrpSpPr/>
          <p:nvPr/>
        </p:nvGrpSpPr>
        <p:grpSpPr>
          <a:xfrm>
            <a:off x="1247850" y="688914"/>
            <a:ext cx="2065578" cy="1437506"/>
            <a:chOff x="0" y="-47625"/>
            <a:chExt cx="544017" cy="378600"/>
          </a:xfrm>
        </p:grpSpPr>
        <p:sp>
          <p:nvSpPr>
            <p:cNvPr id="879" name="Google Shape;879;p17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17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81" name="Google Shape;881;p17"/>
          <p:cNvSpPr txBox="1"/>
          <p:nvPr/>
        </p:nvSpPr>
        <p:spPr>
          <a:xfrm>
            <a:off x="1827554" y="922110"/>
            <a:ext cx="1485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</a:t>
            </a:r>
            <a:r>
              <a:rPr lang="en-US" sz="787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3</a:t>
            </a:r>
            <a:endParaRPr/>
          </a:p>
        </p:txBody>
      </p:sp>
      <p:grpSp>
        <p:nvGrpSpPr>
          <p:cNvPr id="882" name="Google Shape;882;p17"/>
          <p:cNvGrpSpPr/>
          <p:nvPr/>
        </p:nvGrpSpPr>
        <p:grpSpPr>
          <a:xfrm>
            <a:off x="12317278" y="107737"/>
            <a:ext cx="5851052" cy="1310243"/>
            <a:chOff x="2" y="-564"/>
            <a:chExt cx="7801403" cy="1746991"/>
          </a:xfrm>
        </p:grpSpPr>
        <p:grpSp>
          <p:nvGrpSpPr>
            <p:cNvPr id="883" name="Google Shape;883;p17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884" name="Google Shape;884;p17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5" name="Google Shape;885;p17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86" name="Google Shape;886;p17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887" name="Google Shape;887;p17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8" name="Google Shape;888;p17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89" name="Google Shape;889;p17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890" name="Google Shape;890;p17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1" name="Google Shape;891;p17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92" name="Google Shape;892;p17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893" name="Google Shape;893;p17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4" name="Google Shape;894;p17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95" name="Google Shape;895;p17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896" name="Google Shape;896;p17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7" name="Google Shape;897;p17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98" name="Google Shape;898;p17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899" name="Google Shape;899;p17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0" name="Google Shape;900;p17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01" name="Google Shape;901;p17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902" name="Google Shape;902;p17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3" name="Google Shape;903;p17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04" name="Google Shape;904;p17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905" name="Google Shape;905;p17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6" name="Google Shape;906;p17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07" name="Google Shape;907;p17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908" name="Google Shape;908;p17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9" name="Google Shape;909;p17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10" name="Google Shape;910;p17"/>
          <p:cNvSpPr txBox="1"/>
          <p:nvPr/>
        </p:nvSpPr>
        <p:spPr>
          <a:xfrm>
            <a:off x="1136100" y="3044250"/>
            <a:ext cx="170322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  <a:r>
              <a:rPr b="1" lang="en-US" sz="4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. What is this equal to:  (6 // 4) ** (7 % 4)</a:t>
            </a:r>
            <a:endParaRPr b="1" sz="4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911" name="Google Shape;911;p17"/>
          <p:cNvGrpSpPr/>
          <p:nvPr/>
        </p:nvGrpSpPr>
        <p:grpSpPr>
          <a:xfrm>
            <a:off x="1729374" y="4023076"/>
            <a:ext cx="13997826" cy="829665"/>
            <a:chOff x="1729374" y="4023076"/>
            <a:chExt cx="13997826" cy="829665"/>
          </a:xfrm>
        </p:grpSpPr>
        <p:grpSp>
          <p:nvGrpSpPr>
            <p:cNvPr id="912" name="Google Shape;912;p17"/>
            <p:cNvGrpSpPr/>
            <p:nvPr/>
          </p:nvGrpSpPr>
          <p:grpSpPr>
            <a:xfrm>
              <a:off x="1729374" y="4113601"/>
              <a:ext cx="942781" cy="739141"/>
              <a:chOff x="0" y="-47625"/>
              <a:chExt cx="544017" cy="378600"/>
            </a:xfrm>
          </p:grpSpPr>
          <p:sp>
            <p:nvSpPr>
              <p:cNvPr id="913" name="Google Shape;913;p17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4" name="Google Shape;914;p17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15" name="Google Shape;915;p17"/>
            <p:cNvGrpSpPr/>
            <p:nvPr/>
          </p:nvGrpSpPr>
          <p:grpSpPr>
            <a:xfrm>
              <a:off x="1793336" y="4023076"/>
              <a:ext cx="942781" cy="739141"/>
              <a:chOff x="0" y="-47625"/>
              <a:chExt cx="544017" cy="378600"/>
            </a:xfrm>
          </p:grpSpPr>
          <p:sp>
            <p:nvSpPr>
              <p:cNvPr id="916" name="Google Shape;916;p17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7" name="Google Shape;917;p17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18" name="Google Shape;918;p17"/>
            <p:cNvSpPr txBox="1"/>
            <p:nvPr/>
          </p:nvSpPr>
          <p:spPr>
            <a:xfrm>
              <a:off x="2043978" y="414297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A.</a:t>
              </a:r>
              <a:endParaRPr sz="4500"/>
            </a:p>
          </p:txBody>
        </p:sp>
        <p:sp>
          <p:nvSpPr>
            <p:cNvPr id="919" name="Google Shape;919;p17"/>
            <p:cNvSpPr txBox="1"/>
            <p:nvPr/>
          </p:nvSpPr>
          <p:spPr>
            <a:xfrm>
              <a:off x="2983200" y="4115800"/>
              <a:ext cx="127440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3.375</a:t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920" name="Google Shape;920;p17"/>
          <p:cNvGrpSpPr/>
          <p:nvPr/>
        </p:nvGrpSpPr>
        <p:grpSpPr>
          <a:xfrm>
            <a:off x="1711049" y="6969210"/>
            <a:ext cx="12906122" cy="829665"/>
            <a:chOff x="1729374" y="7781235"/>
            <a:chExt cx="12906122" cy="829665"/>
          </a:xfrm>
        </p:grpSpPr>
        <p:grpSp>
          <p:nvGrpSpPr>
            <p:cNvPr id="921" name="Google Shape;921;p17"/>
            <p:cNvGrpSpPr/>
            <p:nvPr/>
          </p:nvGrpSpPr>
          <p:grpSpPr>
            <a:xfrm>
              <a:off x="1729374" y="7871760"/>
              <a:ext cx="942781" cy="739141"/>
              <a:chOff x="0" y="-47625"/>
              <a:chExt cx="544017" cy="378600"/>
            </a:xfrm>
          </p:grpSpPr>
          <p:sp>
            <p:nvSpPr>
              <p:cNvPr id="922" name="Google Shape;922;p17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3" name="Google Shape;923;p17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24" name="Google Shape;924;p17"/>
            <p:cNvGrpSpPr/>
            <p:nvPr/>
          </p:nvGrpSpPr>
          <p:grpSpPr>
            <a:xfrm>
              <a:off x="1793336" y="7781235"/>
              <a:ext cx="942781" cy="739141"/>
              <a:chOff x="0" y="-47625"/>
              <a:chExt cx="544017" cy="378600"/>
            </a:xfrm>
          </p:grpSpPr>
          <p:sp>
            <p:nvSpPr>
              <p:cNvPr id="925" name="Google Shape;925;p17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6" name="Google Shape;926;p17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27" name="Google Shape;927;p17"/>
            <p:cNvSpPr txBox="1"/>
            <p:nvPr/>
          </p:nvSpPr>
          <p:spPr>
            <a:xfrm>
              <a:off x="2043978" y="790113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C.</a:t>
              </a:r>
              <a:endParaRPr sz="4500"/>
            </a:p>
          </p:txBody>
        </p:sp>
        <p:sp>
          <p:nvSpPr>
            <p:cNvPr id="928" name="Google Shape;928;p17"/>
            <p:cNvSpPr txBox="1"/>
            <p:nvPr/>
          </p:nvSpPr>
          <p:spPr>
            <a:xfrm>
              <a:off x="2983196" y="7873950"/>
              <a:ext cx="11652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4.5</a:t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929" name="Google Shape;929;p17"/>
          <p:cNvGrpSpPr/>
          <p:nvPr/>
        </p:nvGrpSpPr>
        <p:grpSpPr>
          <a:xfrm>
            <a:off x="1711049" y="5576401"/>
            <a:ext cx="15855127" cy="829665"/>
            <a:chOff x="1729374" y="4023076"/>
            <a:chExt cx="15855127" cy="829665"/>
          </a:xfrm>
        </p:grpSpPr>
        <p:grpSp>
          <p:nvGrpSpPr>
            <p:cNvPr id="930" name="Google Shape;930;p17"/>
            <p:cNvGrpSpPr/>
            <p:nvPr/>
          </p:nvGrpSpPr>
          <p:grpSpPr>
            <a:xfrm>
              <a:off x="1729374" y="4113601"/>
              <a:ext cx="942781" cy="739141"/>
              <a:chOff x="0" y="-47625"/>
              <a:chExt cx="544017" cy="378600"/>
            </a:xfrm>
          </p:grpSpPr>
          <p:sp>
            <p:nvSpPr>
              <p:cNvPr id="931" name="Google Shape;931;p17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2" name="Google Shape;932;p17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33" name="Google Shape;933;p17"/>
            <p:cNvGrpSpPr/>
            <p:nvPr/>
          </p:nvGrpSpPr>
          <p:grpSpPr>
            <a:xfrm>
              <a:off x="1793336" y="4023076"/>
              <a:ext cx="942781" cy="739141"/>
              <a:chOff x="0" y="-47625"/>
              <a:chExt cx="544017" cy="378600"/>
            </a:xfrm>
          </p:grpSpPr>
          <p:sp>
            <p:nvSpPr>
              <p:cNvPr id="934" name="Google Shape;934;p17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5" name="Google Shape;935;p17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36" name="Google Shape;936;p17"/>
            <p:cNvSpPr txBox="1"/>
            <p:nvPr/>
          </p:nvSpPr>
          <p:spPr>
            <a:xfrm>
              <a:off x="2043978" y="414297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B.</a:t>
              </a:r>
              <a:endParaRPr sz="4500"/>
            </a:p>
          </p:txBody>
        </p:sp>
        <p:sp>
          <p:nvSpPr>
            <p:cNvPr id="937" name="Google Shape;937;p17"/>
            <p:cNvSpPr txBox="1"/>
            <p:nvPr/>
          </p:nvSpPr>
          <p:spPr>
            <a:xfrm>
              <a:off x="2983201" y="4159925"/>
              <a:ext cx="14601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1</a:t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938" name="Google Shape;938;p17"/>
          <p:cNvGrpSpPr/>
          <p:nvPr/>
        </p:nvGrpSpPr>
        <p:grpSpPr>
          <a:xfrm>
            <a:off x="1695649" y="8644160"/>
            <a:ext cx="15486127" cy="829665"/>
            <a:chOff x="1729374" y="7781235"/>
            <a:chExt cx="15486127" cy="829665"/>
          </a:xfrm>
        </p:grpSpPr>
        <p:grpSp>
          <p:nvGrpSpPr>
            <p:cNvPr id="939" name="Google Shape;939;p17"/>
            <p:cNvGrpSpPr/>
            <p:nvPr/>
          </p:nvGrpSpPr>
          <p:grpSpPr>
            <a:xfrm>
              <a:off x="1729374" y="7871760"/>
              <a:ext cx="942781" cy="739141"/>
              <a:chOff x="0" y="-47625"/>
              <a:chExt cx="544017" cy="378600"/>
            </a:xfrm>
          </p:grpSpPr>
          <p:sp>
            <p:nvSpPr>
              <p:cNvPr id="940" name="Google Shape;940;p17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1" name="Google Shape;941;p17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42" name="Google Shape;942;p17"/>
            <p:cNvGrpSpPr/>
            <p:nvPr/>
          </p:nvGrpSpPr>
          <p:grpSpPr>
            <a:xfrm>
              <a:off x="1793336" y="7781235"/>
              <a:ext cx="942781" cy="739141"/>
              <a:chOff x="0" y="-47625"/>
              <a:chExt cx="544017" cy="378600"/>
            </a:xfrm>
          </p:grpSpPr>
          <p:sp>
            <p:nvSpPr>
              <p:cNvPr id="943" name="Google Shape;943;p17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4" name="Google Shape;944;p17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45" name="Google Shape;945;p17"/>
            <p:cNvSpPr txBox="1"/>
            <p:nvPr/>
          </p:nvSpPr>
          <p:spPr>
            <a:xfrm>
              <a:off x="2043978" y="790113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D.</a:t>
              </a:r>
              <a:endParaRPr sz="4500"/>
            </a:p>
          </p:txBody>
        </p:sp>
        <p:sp>
          <p:nvSpPr>
            <p:cNvPr id="946" name="Google Shape;946;p17"/>
            <p:cNvSpPr txBox="1"/>
            <p:nvPr/>
          </p:nvSpPr>
          <p:spPr>
            <a:xfrm>
              <a:off x="2983201" y="7873950"/>
              <a:ext cx="14232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3</a:t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947" name="Google Shape;947;p17"/>
          <p:cNvSpPr txBox="1"/>
          <p:nvPr/>
        </p:nvSpPr>
        <p:spPr>
          <a:xfrm>
            <a:off x="3824266" y="814076"/>
            <a:ext cx="94947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Quick Refresher</a:t>
            </a:r>
            <a:endParaRPr sz="10000"/>
          </a:p>
        </p:txBody>
      </p:sp>
      <p:pic>
        <p:nvPicPr>
          <p:cNvPr id="948" name="Google Shape;94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52650" y="4458425"/>
            <a:ext cx="6862575" cy="569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8"/>
        </a:solidFill>
      </p:bgPr>
    </p:bg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18"/>
          <p:cNvSpPr/>
          <p:nvPr/>
        </p:nvSpPr>
        <p:spPr>
          <a:xfrm>
            <a:off x="1729375" y="7217213"/>
            <a:ext cx="14822400" cy="882300"/>
          </a:xfrm>
          <a:prstGeom prst="roundRect">
            <a:avLst>
              <a:gd fmla="val 16667" name="adj"/>
            </a:avLst>
          </a:prstGeom>
          <a:solidFill>
            <a:srgbClr val="FF4F63">
              <a:alpha val="468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nton"/>
              <a:ea typeface="Anton"/>
              <a:cs typeface="Anton"/>
              <a:sym typeface="Anton"/>
            </a:endParaRPr>
          </a:p>
        </p:txBody>
      </p:sp>
      <p:grpSp>
        <p:nvGrpSpPr>
          <p:cNvPr id="954" name="Google Shape;954;p18"/>
          <p:cNvGrpSpPr/>
          <p:nvPr/>
        </p:nvGrpSpPr>
        <p:grpSpPr>
          <a:xfrm>
            <a:off x="1138275" y="864982"/>
            <a:ext cx="2065578" cy="1437506"/>
            <a:chOff x="0" y="-47625"/>
            <a:chExt cx="544017" cy="378600"/>
          </a:xfrm>
        </p:grpSpPr>
        <p:sp>
          <p:nvSpPr>
            <p:cNvPr id="955" name="Google Shape;955;p18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18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57" name="Google Shape;957;p18"/>
          <p:cNvGrpSpPr/>
          <p:nvPr/>
        </p:nvGrpSpPr>
        <p:grpSpPr>
          <a:xfrm>
            <a:off x="1247850" y="688914"/>
            <a:ext cx="2065578" cy="1437506"/>
            <a:chOff x="0" y="-47625"/>
            <a:chExt cx="544017" cy="378600"/>
          </a:xfrm>
        </p:grpSpPr>
        <p:sp>
          <p:nvSpPr>
            <p:cNvPr id="958" name="Google Shape;958;p18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18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60" name="Google Shape;960;p18"/>
          <p:cNvSpPr txBox="1"/>
          <p:nvPr/>
        </p:nvSpPr>
        <p:spPr>
          <a:xfrm>
            <a:off x="1827554" y="922110"/>
            <a:ext cx="1485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</a:t>
            </a:r>
            <a:r>
              <a:rPr lang="en-US" sz="787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3</a:t>
            </a:r>
            <a:endParaRPr/>
          </a:p>
        </p:txBody>
      </p:sp>
      <p:grpSp>
        <p:nvGrpSpPr>
          <p:cNvPr id="961" name="Google Shape;961;p18"/>
          <p:cNvGrpSpPr/>
          <p:nvPr/>
        </p:nvGrpSpPr>
        <p:grpSpPr>
          <a:xfrm>
            <a:off x="12317278" y="107737"/>
            <a:ext cx="5851052" cy="1310243"/>
            <a:chOff x="2" y="-564"/>
            <a:chExt cx="7801403" cy="1746991"/>
          </a:xfrm>
        </p:grpSpPr>
        <p:grpSp>
          <p:nvGrpSpPr>
            <p:cNvPr id="962" name="Google Shape;962;p18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963" name="Google Shape;963;p18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4" name="Google Shape;964;p18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65" name="Google Shape;965;p18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966" name="Google Shape;966;p18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7" name="Google Shape;967;p18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68" name="Google Shape;968;p18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969" name="Google Shape;969;p18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0" name="Google Shape;970;p18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71" name="Google Shape;971;p18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972" name="Google Shape;972;p18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3" name="Google Shape;973;p18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74" name="Google Shape;974;p18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975" name="Google Shape;975;p18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6" name="Google Shape;976;p18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77" name="Google Shape;977;p18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978" name="Google Shape;978;p18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9" name="Google Shape;979;p18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80" name="Google Shape;980;p18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981" name="Google Shape;981;p18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2" name="Google Shape;982;p18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83" name="Google Shape;983;p18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984" name="Google Shape;984;p18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5" name="Google Shape;985;p18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86" name="Google Shape;986;p18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987" name="Google Shape;987;p18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8" name="Google Shape;988;p18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89" name="Google Shape;989;p18"/>
          <p:cNvSpPr txBox="1"/>
          <p:nvPr/>
        </p:nvSpPr>
        <p:spPr>
          <a:xfrm>
            <a:off x="1136100" y="3044250"/>
            <a:ext cx="170322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4</a:t>
            </a:r>
            <a:r>
              <a:rPr b="1" lang="en-US" sz="4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. What is a boolean?</a:t>
            </a:r>
            <a:endParaRPr b="1" sz="4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990" name="Google Shape;990;p18"/>
          <p:cNvGrpSpPr/>
          <p:nvPr/>
        </p:nvGrpSpPr>
        <p:grpSpPr>
          <a:xfrm>
            <a:off x="1729374" y="4023076"/>
            <a:ext cx="13997826" cy="829665"/>
            <a:chOff x="1729374" y="4023076"/>
            <a:chExt cx="13997826" cy="829665"/>
          </a:xfrm>
        </p:grpSpPr>
        <p:grpSp>
          <p:nvGrpSpPr>
            <p:cNvPr id="991" name="Google Shape;991;p18"/>
            <p:cNvGrpSpPr/>
            <p:nvPr/>
          </p:nvGrpSpPr>
          <p:grpSpPr>
            <a:xfrm>
              <a:off x="1729374" y="4113601"/>
              <a:ext cx="942781" cy="739141"/>
              <a:chOff x="0" y="-47625"/>
              <a:chExt cx="544017" cy="378600"/>
            </a:xfrm>
          </p:grpSpPr>
          <p:sp>
            <p:nvSpPr>
              <p:cNvPr id="992" name="Google Shape;992;p18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3" name="Google Shape;993;p18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94" name="Google Shape;994;p18"/>
            <p:cNvGrpSpPr/>
            <p:nvPr/>
          </p:nvGrpSpPr>
          <p:grpSpPr>
            <a:xfrm>
              <a:off x="1793336" y="4023076"/>
              <a:ext cx="942781" cy="739141"/>
              <a:chOff x="0" y="-47625"/>
              <a:chExt cx="544017" cy="378600"/>
            </a:xfrm>
          </p:grpSpPr>
          <p:sp>
            <p:nvSpPr>
              <p:cNvPr id="995" name="Google Shape;995;p18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6" name="Google Shape;996;p18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97" name="Google Shape;997;p18"/>
            <p:cNvSpPr txBox="1"/>
            <p:nvPr/>
          </p:nvSpPr>
          <p:spPr>
            <a:xfrm>
              <a:off x="2043978" y="414297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A.</a:t>
              </a:r>
              <a:endParaRPr sz="4500"/>
            </a:p>
          </p:txBody>
        </p:sp>
        <p:sp>
          <p:nvSpPr>
            <p:cNvPr id="998" name="Google Shape;998;p18"/>
            <p:cNvSpPr txBox="1"/>
            <p:nvPr/>
          </p:nvSpPr>
          <p:spPr>
            <a:xfrm>
              <a:off x="2983200" y="4115800"/>
              <a:ext cx="127440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A type of Polish broth</a:t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999" name="Google Shape;999;p18"/>
          <p:cNvGrpSpPr/>
          <p:nvPr/>
        </p:nvGrpSpPr>
        <p:grpSpPr>
          <a:xfrm>
            <a:off x="1833961" y="7262485"/>
            <a:ext cx="14822512" cy="784403"/>
            <a:chOff x="1729374" y="7826498"/>
            <a:chExt cx="14822512" cy="784403"/>
          </a:xfrm>
        </p:grpSpPr>
        <p:grpSp>
          <p:nvGrpSpPr>
            <p:cNvPr id="1000" name="Google Shape;1000;p18"/>
            <p:cNvGrpSpPr/>
            <p:nvPr/>
          </p:nvGrpSpPr>
          <p:grpSpPr>
            <a:xfrm>
              <a:off x="1729374" y="7871760"/>
              <a:ext cx="942781" cy="739141"/>
              <a:chOff x="0" y="-47625"/>
              <a:chExt cx="544017" cy="378600"/>
            </a:xfrm>
          </p:grpSpPr>
          <p:sp>
            <p:nvSpPr>
              <p:cNvPr id="1001" name="Google Shape;1001;p18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2" name="Google Shape;1002;p18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3" name="Google Shape;1003;p18"/>
            <p:cNvGrpSpPr/>
            <p:nvPr/>
          </p:nvGrpSpPr>
          <p:grpSpPr>
            <a:xfrm>
              <a:off x="1729474" y="7826498"/>
              <a:ext cx="1006644" cy="739141"/>
              <a:chOff x="-36851" y="-24441"/>
              <a:chExt cx="580868" cy="378600"/>
            </a:xfrm>
          </p:grpSpPr>
          <p:sp>
            <p:nvSpPr>
              <p:cNvPr id="1004" name="Google Shape;1004;p18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5" name="Google Shape;1005;p18"/>
              <p:cNvSpPr txBox="1"/>
              <p:nvPr/>
            </p:nvSpPr>
            <p:spPr>
              <a:xfrm>
                <a:off x="-36851" y="-24441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06" name="Google Shape;1006;p18"/>
            <p:cNvSpPr txBox="1"/>
            <p:nvPr/>
          </p:nvSpPr>
          <p:spPr>
            <a:xfrm>
              <a:off x="2043978" y="790113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C.</a:t>
              </a:r>
              <a:endParaRPr sz="4500"/>
            </a:p>
          </p:txBody>
        </p:sp>
        <p:sp>
          <p:nvSpPr>
            <p:cNvPr id="1007" name="Google Shape;1007;p18"/>
            <p:cNvSpPr txBox="1"/>
            <p:nvPr/>
          </p:nvSpPr>
          <p:spPr>
            <a:xfrm>
              <a:off x="2983186" y="7873950"/>
              <a:ext cx="135687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booleans are data types that can be True or False</a:t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1008" name="Google Shape;1008;p18"/>
          <p:cNvGrpSpPr/>
          <p:nvPr/>
        </p:nvGrpSpPr>
        <p:grpSpPr>
          <a:xfrm>
            <a:off x="1724636" y="5496138"/>
            <a:ext cx="15855127" cy="829665"/>
            <a:chOff x="1729374" y="4023076"/>
            <a:chExt cx="15855127" cy="829665"/>
          </a:xfrm>
        </p:grpSpPr>
        <p:grpSp>
          <p:nvGrpSpPr>
            <p:cNvPr id="1009" name="Google Shape;1009;p18"/>
            <p:cNvGrpSpPr/>
            <p:nvPr/>
          </p:nvGrpSpPr>
          <p:grpSpPr>
            <a:xfrm>
              <a:off x="1729374" y="4113601"/>
              <a:ext cx="942781" cy="739141"/>
              <a:chOff x="0" y="-47625"/>
              <a:chExt cx="544017" cy="378600"/>
            </a:xfrm>
          </p:grpSpPr>
          <p:sp>
            <p:nvSpPr>
              <p:cNvPr id="1010" name="Google Shape;1010;p18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1" name="Google Shape;1011;p18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12" name="Google Shape;1012;p18"/>
            <p:cNvGrpSpPr/>
            <p:nvPr/>
          </p:nvGrpSpPr>
          <p:grpSpPr>
            <a:xfrm>
              <a:off x="1793336" y="4023076"/>
              <a:ext cx="942781" cy="739141"/>
              <a:chOff x="0" y="-47625"/>
              <a:chExt cx="544017" cy="378600"/>
            </a:xfrm>
          </p:grpSpPr>
          <p:sp>
            <p:nvSpPr>
              <p:cNvPr id="1013" name="Google Shape;1013;p18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4" name="Google Shape;1014;p18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15" name="Google Shape;1015;p18"/>
            <p:cNvSpPr txBox="1"/>
            <p:nvPr/>
          </p:nvSpPr>
          <p:spPr>
            <a:xfrm>
              <a:off x="2043978" y="414297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B.</a:t>
              </a:r>
              <a:endParaRPr sz="4500"/>
            </a:p>
          </p:txBody>
        </p:sp>
        <p:sp>
          <p:nvSpPr>
            <p:cNvPr id="1016" name="Google Shape;1016;p18"/>
            <p:cNvSpPr txBox="1"/>
            <p:nvPr/>
          </p:nvSpPr>
          <p:spPr>
            <a:xfrm>
              <a:off x="2983201" y="4159925"/>
              <a:ext cx="14601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boolean() bolds text. To print, do print(boolean(“”))</a:t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1017" name="Google Shape;1017;p18"/>
          <p:cNvGrpSpPr/>
          <p:nvPr/>
        </p:nvGrpSpPr>
        <p:grpSpPr>
          <a:xfrm>
            <a:off x="1724624" y="8990935"/>
            <a:ext cx="15486127" cy="829665"/>
            <a:chOff x="1729374" y="7781235"/>
            <a:chExt cx="15486127" cy="829665"/>
          </a:xfrm>
        </p:grpSpPr>
        <p:grpSp>
          <p:nvGrpSpPr>
            <p:cNvPr id="1018" name="Google Shape;1018;p18"/>
            <p:cNvGrpSpPr/>
            <p:nvPr/>
          </p:nvGrpSpPr>
          <p:grpSpPr>
            <a:xfrm>
              <a:off x="1729374" y="7871760"/>
              <a:ext cx="942781" cy="739141"/>
              <a:chOff x="0" y="-47625"/>
              <a:chExt cx="544017" cy="378600"/>
            </a:xfrm>
          </p:grpSpPr>
          <p:sp>
            <p:nvSpPr>
              <p:cNvPr id="1019" name="Google Shape;1019;p18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0" name="Google Shape;1020;p18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21" name="Google Shape;1021;p18"/>
            <p:cNvGrpSpPr/>
            <p:nvPr/>
          </p:nvGrpSpPr>
          <p:grpSpPr>
            <a:xfrm>
              <a:off x="1793336" y="7781235"/>
              <a:ext cx="942781" cy="739141"/>
              <a:chOff x="0" y="-47625"/>
              <a:chExt cx="544017" cy="378600"/>
            </a:xfrm>
          </p:grpSpPr>
          <p:sp>
            <p:nvSpPr>
              <p:cNvPr id="1022" name="Google Shape;1022;p18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3" name="Google Shape;1023;p18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24" name="Google Shape;1024;p18"/>
            <p:cNvSpPr txBox="1"/>
            <p:nvPr/>
          </p:nvSpPr>
          <p:spPr>
            <a:xfrm>
              <a:off x="2043978" y="790113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D.</a:t>
              </a:r>
              <a:endParaRPr sz="4500"/>
            </a:p>
          </p:txBody>
        </p:sp>
        <p:sp>
          <p:nvSpPr>
            <p:cNvPr id="1025" name="Google Shape;1025;p18"/>
            <p:cNvSpPr txBox="1"/>
            <p:nvPr/>
          </p:nvSpPr>
          <p:spPr>
            <a:xfrm>
              <a:off x="2983201" y="7873950"/>
              <a:ext cx="14232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booleans are data types that are either And or Or</a:t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1026" name="Google Shape;1026;p18"/>
          <p:cNvSpPr txBox="1"/>
          <p:nvPr/>
        </p:nvSpPr>
        <p:spPr>
          <a:xfrm>
            <a:off x="3824266" y="814076"/>
            <a:ext cx="94947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Quick Refresher</a:t>
            </a:r>
            <a:endParaRPr sz="10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8"/>
        </a:solidFill>
      </p:bgPr>
    </p:bg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19"/>
          <p:cNvSpPr/>
          <p:nvPr/>
        </p:nvSpPr>
        <p:spPr>
          <a:xfrm>
            <a:off x="1400525" y="3996775"/>
            <a:ext cx="4714800" cy="882300"/>
          </a:xfrm>
          <a:prstGeom prst="roundRect">
            <a:avLst>
              <a:gd fmla="val 16667" name="adj"/>
            </a:avLst>
          </a:prstGeom>
          <a:solidFill>
            <a:srgbClr val="FF4F63">
              <a:alpha val="468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nton"/>
              <a:ea typeface="Anton"/>
              <a:cs typeface="Anton"/>
              <a:sym typeface="Anton"/>
            </a:endParaRPr>
          </a:p>
        </p:txBody>
      </p:sp>
      <p:grpSp>
        <p:nvGrpSpPr>
          <p:cNvPr id="1032" name="Google Shape;1032;p19"/>
          <p:cNvGrpSpPr/>
          <p:nvPr/>
        </p:nvGrpSpPr>
        <p:grpSpPr>
          <a:xfrm>
            <a:off x="1138275" y="864982"/>
            <a:ext cx="2065578" cy="1437506"/>
            <a:chOff x="0" y="-47625"/>
            <a:chExt cx="544017" cy="378600"/>
          </a:xfrm>
        </p:grpSpPr>
        <p:sp>
          <p:nvSpPr>
            <p:cNvPr id="1033" name="Google Shape;1033;p19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19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5" name="Google Shape;1035;p19"/>
          <p:cNvGrpSpPr/>
          <p:nvPr/>
        </p:nvGrpSpPr>
        <p:grpSpPr>
          <a:xfrm>
            <a:off x="1247850" y="688914"/>
            <a:ext cx="2065578" cy="1437506"/>
            <a:chOff x="0" y="-47625"/>
            <a:chExt cx="544017" cy="378600"/>
          </a:xfrm>
        </p:grpSpPr>
        <p:sp>
          <p:nvSpPr>
            <p:cNvPr id="1036" name="Google Shape;1036;p19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19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38" name="Google Shape;1038;p19"/>
          <p:cNvSpPr txBox="1"/>
          <p:nvPr/>
        </p:nvSpPr>
        <p:spPr>
          <a:xfrm>
            <a:off x="1827554" y="922110"/>
            <a:ext cx="1485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</a:t>
            </a:r>
            <a:r>
              <a:rPr lang="en-US" sz="787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3</a:t>
            </a:r>
            <a:endParaRPr/>
          </a:p>
        </p:txBody>
      </p:sp>
      <p:grpSp>
        <p:nvGrpSpPr>
          <p:cNvPr id="1039" name="Google Shape;1039;p19"/>
          <p:cNvGrpSpPr/>
          <p:nvPr/>
        </p:nvGrpSpPr>
        <p:grpSpPr>
          <a:xfrm>
            <a:off x="12317278" y="107737"/>
            <a:ext cx="5851052" cy="1310243"/>
            <a:chOff x="2" y="-564"/>
            <a:chExt cx="7801403" cy="1746991"/>
          </a:xfrm>
        </p:grpSpPr>
        <p:grpSp>
          <p:nvGrpSpPr>
            <p:cNvPr id="1040" name="Google Shape;1040;p19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1041" name="Google Shape;1041;p19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2" name="Google Shape;1042;p19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43" name="Google Shape;1043;p19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1044" name="Google Shape;1044;p19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5" name="Google Shape;1045;p19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46" name="Google Shape;1046;p19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1047" name="Google Shape;1047;p19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8" name="Google Shape;1048;p19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49" name="Google Shape;1049;p19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1050" name="Google Shape;1050;p19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1" name="Google Shape;1051;p19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52" name="Google Shape;1052;p19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1053" name="Google Shape;1053;p19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4" name="Google Shape;1054;p19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55" name="Google Shape;1055;p19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1056" name="Google Shape;1056;p19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7" name="Google Shape;1057;p19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58" name="Google Shape;1058;p19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1059" name="Google Shape;1059;p19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0" name="Google Shape;1060;p19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61" name="Google Shape;1061;p19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1062" name="Google Shape;1062;p19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3" name="Google Shape;1063;p19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64" name="Google Shape;1064;p19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1065" name="Google Shape;1065;p19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6" name="Google Shape;1066;p19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067" name="Google Shape;1067;p19"/>
          <p:cNvSpPr txBox="1"/>
          <p:nvPr/>
        </p:nvSpPr>
        <p:spPr>
          <a:xfrm>
            <a:off x="1136100" y="3044250"/>
            <a:ext cx="170322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3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5. What are the 3 conditional statements we learned?</a:t>
            </a:r>
            <a:endParaRPr b="1" sz="43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1068" name="Google Shape;1068;p19"/>
          <p:cNvGrpSpPr/>
          <p:nvPr/>
        </p:nvGrpSpPr>
        <p:grpSpPr>
          <a:xfrm>
            <a:off x="1729374" y="4023076"/>
            <a:ext cx="13997826" cy="829665"/>
            <a:chOff x="1729374" y="4023076"/>
            <a:chExt cx="13997826" cy="829665"/>
          </a:xfrm>
        </p:grpSpPr>
        <p:grpSp>
          <p:nvGrpSpPr>
            <p:cNvPr id="1069" name="Google Shape;1069;p19"/>
            <p:cNvGrpSpPr/>
            <p:nvPr/>
          </p:nvGrpSpPr>
          <p:grpSpPr>
            <a:xfrm>
              <a:off x="1729374" y="4113601"/>
              <a:ext cx="942781" cy="739141"/>
              <a:chOff x="0" y="-47625"/>
              <a:chExt cx="544017" cy="378600"/>
            </a:xfrm>
          </p:grpSpPr>
          <p:sp>
            <p:nvSpPr>
              <p:cNvPr id="1070" name="Google Shape;1070;p19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1" name="Google Shape;1071;p19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72" name="Google Shape;1072;p19"/>
            <p:cNvGrpSpPr/>
            <p:nvPr/>
          </p:nvGrpSpPr>
          <p:grpSpPr>
            <a:xfrm>
              <a:off x="1793336" y="4023076"/>
              <a:ext cx="942781" cy="739141"/>
              <a:chOff x="0" y="-47625"/>
              <a:chExt cx="544017" cy="378600"/>
            </a:xfrm>
          </p:grpSpPr>
          <p:sp>
            <p:nvSpPr>
              <p:cNvPr id="1073" name="Google Shape;1073;p19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4" name="Google Shape;1074;p19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75" name="Google Shape;1075;p19"/>
            <p:cNvSpPr txBox="1"/>
            <p:nvPr/>
          </p:nvSpPr>
          <p:spPr>
            <a:xfrm>
              <a:off x="2043978" y="414297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A.</a:t>
              </a:r>
              <a:endParaRPr sz="4500"/>
            </a:p>
          </p:txBody>
        </p:sp>
        <p:sp>
          <p:nvSpPr>
            <p:cNvPr id="1076" name="Google Shape;1076;p19"/>
            <p:cNvSpPr txBox="1"/>
            <p:nvPr/>
          </p:nvSpPr>
          <p:spPr>
            <a:xfrm>
              <a:off x="2983200" y="4115800"/>
              <a:ext cx="127440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if, elif, else</a:t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1077" name="Google Shape;1077;p19"/>
          <p:cNvGrpSpPr/>
          <p:nvPr/>
        </p:nvGrpSpPr>
        <p:grpSpPr>
          <a:xfrm>
            <a:off x="1594811" y="7243535"/>
            <a:ext cx="14822512" cy="829665"/>
            <a:chOff x="1729374" y="7781235"/>
            <a:chExt cx="14822512" cy="829665"/>
          </a:xfrm>
        </p:grpSpPr>
        <p:grpSp>
          <p:nvGrpSpPr>
            <p:cNvPr id="1078" name="Google Shape;1078;p19"/>
            <p:cNvGrpSpPr/>
            <p:nvPr/>
          </p:nvGrpSpPr>
          <p:grpSpPr>
            <a:xfrm>
              <a:off x="1729374" y="7871760"/>
              <a:ext cx="942781" cy="739141"/>
              <a:chOff x="0" y="-47625"/>
              <a:chExt cx="544017" cy="378600"/>
            </a:xfrm>
          </p:grpSpPr>
          <p:sp>
            <p:nvSpPr>
              <p:cNvPr id="1079" name="Google Shape;1079;p19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0" name="Google Shape;1080;p19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81" name="Google Shape;1081;p19"/>
            <p:cNvGrpSpPr/>
            <p:nvPr/>
          </p:nvGrpSpPr>
          <p:grpSpPr>
            <a:xfrm>
              <a:off x="1793336" y="7781235"/>
              <a:ext cx="942781" cy="739141"/>
              <a:chOff x="0" y="-47625"/>
              <a:chExt cx="544017" cy="378600"/>
            </a:xfrm>
          </p:grpSpPr>
          <p:sp>
            <p:nvSpPr>
              <p:cNvPr id="1082" name="Google Shape;1082;p19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3" name="Google Shape;1083;p19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84" name="Google Shape;1084;p19"/>
            <p:cNvSpPr txBox="1"/>
            <p:nvPr/>
          </p:nvSpPr>
          <p:spPr>
            <a:xfrm>
              <a:off x="2043978" y="790113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C.</a:t>
              </a:r>
              <a:endParaRPr sz="4500"/>
            </a:p>
          </p:txBody>
        </p:sp>
        <p:sp>
          <p:nvSpPr>
            <p:cNvPr id="1085" name="Google Shape;1085;p19"/>
            <p:cNvSpPr txBox="1"/>
            <p:nvPr/>
          </p:nvSpPr>
          <p:spPr>
            <a:xfrm>
              <a:off x="2983186" y="7873950"/>
              <a:ext cx="135687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switch, case, default</a:t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1086" name="Google Shape;1086;p19"/>
          <p:cNvGrpSpPr/>
          <p:nvPr/>
        </p:nvGrpSpPr>
        <p:grpSpPr>
          <a:xfrm>
            <a:off x="1724636" y="5496138"/>
            <a:ext cx="15855127" cy="829665"/>
            <a:chOff x="1729374" y="4023076"/>
            <a:chExt cx="15855127" cy="829665"/>
          </a:xfrm>
        </p:grpSpPr>
        <p:grpSp>
          <p:nvGrpSpPr>
            <p:cNvPr id="1087" name="Google Shape;1087;p19"/>
            <p:cNvGrpSpPr/>
            <p:nvPr/>
          </p:nvGrpSpPr>
          <p:grpSpPr>
            <a:xfrm>
              <a:off x="1729374" y="4113601"/>
              <a:ext cx="942781" cy="739141"/>
              <a:chOff x="0" y="-47625"/>
              <a:chExt cx="544017" cy="378600"/>
            </a:xfrm>
          </p:grpSpPr>
          <p:sp>
            <p:nvSpPr>
              <p:cNvPr id="1088" name="Google Shape;1088;p19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9" name="Google Shape;1089;p19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90" name="Google Shape;1090;p19"/>
            <p:cNvGrpSpPr/>
            <p:nvPr/>
          </p:nvGrpSpPr>
          <p:grpSpPr>
            <a:xfrm>
              <a:off x="1793336" y="4023076"/>
              <a:ext cx="942781" cy="739141"/>
              <a:chOff x="0" y="-47625"/>
              <a:chExt cx="544017" cy="378600"/>
            </a:xfrm>
          </p:grpSpPr>
          <p:sp>
            <p:nvSpPr>
              <p:cNvPr id="1091" name="Google Shape;1091;p19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2" name="Google Shape;1092;p19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93" name="Google Shape;1093;p19"/>
            <p:cNvSpPr txBox="1"/>
            <p:nvPr/>
          </p:nvSpPr>
          <p:spPr>
            <a:xfrm>
              <a:off x="2043978" y="414297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B.</a:t>
              </a:r>
              <a:endParaRPr sz="4500"/>
            </a:p>
          </p:txBody>
        </p:sp>
        <p:sp>
          <p:nvSpPr>
            <p:cNvPr id="1094" name="Google Shape;1094;p19"/>
            <p:cNvSpPr txBox="1"/>
            <p:nvPr/>
          </p:nvSpPr>
          <p:spPr>
            <a:xfrm>
              <a:off x="2983201" y="4159925"/>
              <a:ext cx="14601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if, else if, else</a:t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1095" name="Google Shape;1095;p19"/>
          <p:cNvGrpSpPr/>
          <p:nvPr/>
        </p:nvGrpSpPr>
        <p:grpSpPr>
          <a:xfrm>
            <a:off x="1724624" y="8990935"/>
            <a:ext cx="15486127" cy="829665"/>
            <a:chOff x="1729374" y="7781235"/>
            <a:chExt cx="15486127" cy="829665"/>
          </a:xfrm>
        </p:grpSpPr>
        <p:grpSp>
          <p:nvGrpSpPr>
            <p:cNvPr id="1096" name="Google Shape;1096;p19"/>
            <p:cNvGrpSpPr/>
            <p:nvPr/>
          </p:nvGrpSpPr>
          <p:grpSpPr>
            <a:xfrm>
              <a:off x="1729374" y="7871760"/>
              <a:ext cx="942781" cy="739141"/>
              <a:chOff x="0" y="-47625"/>
              <a:chExt cx="544017" cy="378600"/>
            </a:xfrm>
          </p:grpSpPr>
          <p:sp>
            <p:nvSpPr>
              <p:cNvPr id="1097" name="Google Shape;1097;p19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8" name="Google Shape;1098;p19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99" name="Google Shape;1099;p19"/>
            <p:cNvGrpSpPr/>
            <p:nvPr/>
          </p:nvGrpSpPr>
          <p:grpSpPr>
            <a:xfrm>
              <a:off x="1793336" y="7781235"/>
              <a:ext cx="942781" cy="739141"/>
              <a:chOff x="0" y="-47625"/>
              <a:chExt cx="544017" cy="378600"/>
            </a:xfrm>
          </p:grpSpPr>
          <p:sp>
            <p:nvSpPr>
              <p:cNvPr id="1100" name="Google Shape;1100;p19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1" name="Google Shape;1101;p19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02" name="Google Shape;1102;p19"/>
            <p:cNvSpPr txBox="1"/>
            <p:nvPr/>
          </p:nvSpPr>
          <p:spPr>
            <a:xfrm>
              <a:off x="2043978" y="790113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D.</a:t>
              </a:r>
              <a:endParaRPr sz="4500"/>
            </a:p>
          </p:txBody>
        </p:sp>
        <p:sp>
          <p:nvSpPr>
            <p:cNvPr id="1103" name="Google Shape;1103;p19"/>
            <p:cNvSpPr txBox="1"/>
            <p:nvPr/>
          </p:nvSpPr>
          <p:spPr>
            <a:xfrm>
              <a:off x="2983201" y="7873950"/>
              <a:ext cx="14232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and, or, xor</a:t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1104" name="Google Shape;1104;p19"/>
          <p:cNvSpPr txBox="1"/>
          <p:nvPr/>
        </p:nvSpPr>
        <p:spPr>
          <a:xfrm>
            <a:off x="3824266" y="814076"/>
            <a:ext cx="94947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Quick Refresher</a:t>
            </a:r>
            <a:endParaRPr sz="10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8"/>
        </a:solidFill>
      </p:bgPr>
    </p:bg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p20"/>
          <p:cNvSpPr txBox="1"/>
          <p:nvPr/>
        </p:nvSpPr>
        <p:spPr>
          <a:xfrm>
            <a:off x="1179325" y="2694437"/>
            <a:ext cx="16868100" cy="98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chemeClr val="dk1"/>
                </a:solidFill>
              </a:rPr>
              <a:t>Print statements and </a:t>
            </a:r>
            <a:r>
              <a:rPr b="1" lang="en-US" sz="3400">
                <a:solidFill>
                  <a:schemeClr val="dk1"/>
                </a:solidFill>
              </a:rPr>
              <a:t>Mathematics</a:t>
            </a:r>
            <a:endParaRPr b="1" sz="3400">
              <a:solidFill>
                <a:schemeClr val="dk1"/>
              </a:solidFill>
            </a:endParaRPr>
          </a:p>
          <a:p>
            <a:pPr indent="-4445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400"/>
              <a:buChar char="●"/>
            </a:pPr>
            <a:r>
              <a:rPr lang="en-US" sz="3400">
                <a:solidFill>
                  <a:schemeClr val="dk1"/>
                </a:solidFill>
              </a:rPr>
              <a:t>print(item1, item2, item3, …) prints out the items – different data types are fine.</a:t>
            </a:r>
            <a:endParaRPr sz="3400">
              <a:solidFill>
                <a:schemeClr val="dk1"/>
              </a:solidFill>
            </a:endParaRPr>
          </a:p>
          <a:p>
            <a:pPr indent="-4445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Char char="●"/>
            </a:pPr>
            <a:r>
              <a:rPr lang="en-US" sz="3400">
                <a:solidFill>
                  <a:schemeClr val="dk1"/>
                </a:solidFill>
              </a:rPr>
              <a:t>print(f”This is a string, the following is a variable: {my_var}”) different data types can be added using the {} and f”” notation here.</a:t>
            </a:r>
            <a:endParaRPr sz="3400">
              <a:solidFill>
                <a:schemeClr val="dk1"/>
              </a:solidFill>
            </a:endParaRPr>
          </a:p>
          <a:p>
            <a:pPr indent="-4445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Char char="●"/>
            </a:pPr>
            <a:r>
              <a:t/>
            </a:r>
            <a:endParaRPr sz="34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dk1"/>
              </a:solidFill>
            </a:endParaRPr>
          </a:p>
          <a:p>
            <a:pPr indent="-4191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 sz="3000">
                <a:solidFill>
                  <a:schemeClr val="dk1"/>
                </a:solidFill>
              </a:rPr>
              <a:t>Math has +, -, *, /, //, %, **</a:t>
            </a:r>
            <a:endParaRPr sz="3000">
              <a:solidFill>
                <a:schemeClr val="dk1"/>
              </a:solidFill>
            </a:endParaRPr>
          </a:p>
          <a:p>
            <a:pPr indent="-4191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 sz="3000">
                <a:solidFill>
                  <a:schemeClr val="dk1"/>
                </a:solidFill>
              </a:rPr>
              <a:t>/ always returns float, and // always return the truncated version.</a:t>
            </a:r>
            <a:endParaRPr sz="3000">
              <a:solidFill>
                <a:schemeClr val="dk1"/>
              </a:solidFill>
            </a:endParaRPr>
          </a:p>
          <a:p>
            <a:pPr indent="-4191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○"/>
            </a:pPr>
            <a:r>
              <a:rPr lang="en-US" sz="3000">
                <a:solidFill>
                  <a:schemeClr val="dk1"/>
                </a:solidFill>
              </a:rPr>
              <a:t>Float if at least one is a float.</a:t>
            </a:r>
            <a:endParaRPr sz="3000">
              <a:solidFill>
                <a:schemeClr val="dk1"/>
              </a:solidFill>
            </a:endParaRPr>
          </a:p>
          <a:p>
            <a:pPr indent="-4191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 sz="3000">
                <a:solidFill>
                  <a:schemeClr val="dk1"/>
                </a:solidFill>
              </a:rPr>
              <a:t>% returns the remainder, ** is exponentiation.</a:t>
            </a:r>
            <a:endParaRPr sz="30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400">
              <a:solidFill>
                <a:schemeClr val="dk1"/>
              </a:solidFill>
            </a:endParaRPr>
          </a:p>
        </p:txBody>
      </p:sp>
      <p:grpSp>
        <p:nvGrpSpPr>
          <p:cNvPr id="1110" name="Google Shape;1110;p20"/>
          <p:cNvGrpSpPr/>
          <p:nvPr/>
        </p:nvGrpSpPr>
        <p:grpSpPr>
          <a:xfrm>
            <a:off x="1138275" y="864982"/>
            <a:ext cx="2065578" cy="1437506"/>
            <a:chOff x="0" y="-47625"/>
            <a:chExt cx="544017" cy="378600"/>
          </a:xfrm>
        </p:grpSpPr>
        <p:sp>
          <p:nvSpPr>
            <p:cNvPr id="1111" name="Google Shape;1111;p20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20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3" name="Google Shape;1113;p20"/>
          <p:cNvGrpSpPr/>
          <p:nvPr/>
        </p:nvGrpSpPr>
        <p:grpSpPr>
          <a:xfrm>
            <a:off x="1247850" y="688914"/>
            <a:ext cx="2065578" cy="1437506"/>
            <a:chOff x="0" y="-47625"/>
            <a:chExt cx="544017" cy="378600"/>
          </a:xfrm>
        </p:grpSpPr>
        <p:sp>
          <p:nvSpPr>
            <p:cNvPr id="1114" name="Google Shape;1114;p20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20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16" name="Google Shape;1116;p20"/>
          <p:cNvSpPr txBox="1"/>
          <p:nvPr/>
        </p:nvSpPr>
        <p:spPr>
          <a:xfrm>
            <a:off x="1827554" y="922110"/>
            <a:ext cx="1485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</a:t>
            </a:r>
            <a:r>
              <a:rPr lang="en-US" sz="787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4</a:t>
            </a:r>
            <a:endParaRPr/>
          </a:p>
        </p:txBody>
      </p:sp>
      <p:grpSp>
        <p:nvGrpSpPr>
          <p:cNvPr id="1117" name="Google Shape;1117;p20"/>
          <p:cNvGrpSpPr/>
          <p:nvPr/>
        </p:nvGrpSpPr>
        <p:grpSpPr>
          <a:xfrm>
            <a:off x="12317278" y="107737"/>
            <a:ext cx="5851052" cy="1310243"/>
            <a:chOff x="2" y="-564"/>
            <a:chExt cx="7801403" cy="1746991"/>
          </a:xfrm>
        </p:grpSpPr>
        <p:grpSp>
          <p:nvGrpSpPr>
            <p:cNvPr id="1118" name="Google Shape;1118;p20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1119" name="Google Shape;1119;p20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0" name="Google Shape;1120;p2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21" name="Google Shape;1121;p20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1122" name="Google Shape;1122;p20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3" name="Google Shape;1123;p2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24" name="Google Shape;1124;p20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1125" name="Google Shape;1125;p20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6" name="Google Shape;1126;p2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27" name="Google Shape;1127;p20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1128" name="Google Shape;1128;p20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9" name="Google Shape;1129;p2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30" name="Google Shape;1130;p20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1131" name="Google Shape;1131;p20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2" name="Google Shape;1132;p20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33" name="Google Shape;1133;p20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1134" name="Google Shape;1134;p20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5" name="Google Shape;1135;p20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36" name="Google Shape;1136;p20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1137" name="Google Shape;1137;p20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8" name="Google Shape;1138;p20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39" name="Google Shape;1139;p20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1140" name="Google Shape;1140;p20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1" name="Google Shape;1141;p20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42" name="Google Shape;1142;p20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1143" name="Google Shape;1143;p20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4" name="Google Shape;1144;p20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145" name="Google Shape;1145;p20"/>
          <p:cNvSpPr txBox="1"/>
          <p:nvPr/>
        </p:nvSpPr>
        <p:spPr>
          <a:xfrm>
            <a:off x="3824266" y="814076"/>
            <a:ext cx="94947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Last Week Recap</a:t>
            </a:r>
            <a:endParaRPr sz="10000"/>
          </a:p>
        </p:txBody>
      </p:sp>
      <p:pic>
        <p:nvPicPr>
          <p:cNvPr id="1146" name="Google Shape;114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1253" y="5308128"/>
            <a:ext cx="15638450" cy="270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8"/>
        </a:solidFill>
      </p:bgPr>
    </p:bg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21"/>
          <p:cNvSpPr txBox="1"/>
          <p:nvPr/>
        </p:nvSpPr>
        <p:spPr>
          <a:xfrm>
            <a:off x="1179325" y="2694437"/>
            <a:ext cx="16868100" cy="47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chemeClr val="dk1"/>
                </a:solidFill>
              </a:rPr>
              <a:t>Conditionals</a:t>
            </a:r>
            <a:endParaRPr b="1" sz="3400">
              <a:solidFill>
                <a:schemeClr val="dk1"/>
              </a:solidFill>
            </a:endParaRPr>
          </a:p>
          <a:p>
            <a:pPr indent="-4445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400"/>
              <a:buChar char="●"/>
            </a:pPr>
            <a:r>
              <a:rPr lang="en-US" sz="3400">
                <a:solidFill>
                  <a:schemeClr val="dk1"/>
                </a:solidFill>
              </a:rPr>
              <a:t>How you make decisions in your code and booleans</a:t>
            </a:r>
            <a:endParaRPr sz="3400">
              <a:solidFill>
                <a:schemeClr val="dk1"/>
              </a:solidFill>
            </a:endParaRPr>
          </a:p>
          <a:p>
            <a:pPr indent="-4445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Char char="●"/>
            </a:pPr>
            <a:r>
              <a:rPr lang="en-US" sz="3400">
                <a:solidFill>
                  <a:schemeClr val="dk1"/>
                </a:solidFill>
              </a:rPr>
              <a:t>Commonly known as if-statements</a:t>
            </a:r>
            <a:endParaRPr sz="3400">
              <a:solidFill>
                <a:schemeClr val="dk1"/>
              </a:solidFill>
            </a:endParaRPr>
          </a:p>
          <a:p>
            <a:pPr indent="-4445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Char char="●"/>
            </a:pPr>
            <a:r>
              <a:rPr lang="en-US" sz="3400">
                <a:solidFill>
                  <a:schemeClr val="dk1"/>
                </a:solidFill>
              </a:rPr>
              <a:t>Basic syntax:</a:t>
            </a:r>
            <a:endParaRPr sz="34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400">
              <a:solidFill>
                <a:schemeClr val="dk1"/>
              </a:solidFill>
            </a:endParaRPr>
          </a:p>
        </p:txBody>
      </p:sp>
      <p:grpSp>
        <p:nvGrpSpPr>
          <p:cNvPr id="1152" name="Google Shape;1152;p21"/>
          <p:cNvGrpSpPr/>
          <p:nvPr/>
        </p:nvGrpSpPr>
        <p:grpSpPr>
          <a:xfrm>
            <a:off x="1138275" y="864982"/>
            <a:ext cx="2065578" cy="1437506"/>
            <a:chOff x="0" y="-47625"/>
            <a:chExt cx="544017" cy="378600"/>
          </a:xfrm>
        </p:grpSpPr>
        <p:sp>
          <p:nvSpPr>
            <p:cNvPr id="1153" name="Google Shape;1153;p21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21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55" name="Google Shape;1155;p21"/>
          <p:cNvGrpSpPr/>
          <p:nvPr/>
        </p:nvGrpSpPr>
        <p:grpSpPr>
          <a:xfrm>
            <a:off x="1247850" y="688914"/>
            <a:ext cx="2065578" cy="1437506"/>
            <a:chOff x="0" y="-47625"/>
            <a:chExt cx="544017" cy="378600"/>
          </a:xfrm>
        </p:grpSpPr>
        <p:sp>
          <p:nvSpPr>
            <p:cNvPr id="1156" name="Google Shape;1156;p21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21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58" name="Google Shape;1158;p21"/>
          <p:cNvSpPr txBox="1"/>
          <p:nvPr/>
        </p:nvSpPr>
        <p:spPr>
          <a:xfrm>
            <a:off x="1827554" y="922110"/>
            <a:ext cx="1485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</a:t>
            </a:r>
            <a:r>
              <a:rPr lang="en-US" sz="787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4</a:t>
            </a:r>
            <a:endParaRPr/>
          </a:p>
        </p:txBody>
      </p:sp>
      <p:grpSp>
        <p:nvGrpSpPr>
          <p:cNvPr id="1159" name="Google Shape;1159;p21"/>
          <p:cNvGrpSpPr/>
          <p:nvPr/>
        </p:nvGrpSpPr>
        <p:grpSpPr>
          <a:xfrm>
            <a:off x="12317278" y="107737"/>
            <a:ext cx="5851052" cy="1310243"/>
            <a:chOff x="2" y="-564"/>
            <a:chExt cx="7801403" cy="1746991"/>
          </a:xfrm>
        </p:grpSpPr>
        <p:grpSp>
          <p:nvGrpSpPr>
            <p:cNvPr id="1160" name="Google Shape;1160;p21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1161" name="Google Shape;1161;p21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2" name="Google Shape;1162;p21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63" name="Google Shape;1163;p21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1164" name="Google Shape;1164;p21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5" name="Google Shape;1165;p21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66" name="Google Shape;1166;p21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1167" name="Google Shape;1167;p21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8" name="Google Shape;1168;p21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69" name="Google Shape;1169;p21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1170" name="Google Shape;1170;p21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1" name="Google Shape;1171;p21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72" name="Google Shape;1172;p21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1173" name="Google Shape;1173;p21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4" name="Google Shape;1174;p21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75" name="Google Shape;1175;p21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1176" name="Google Shape;1176;p21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7" name="Google Shape;1177;p21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78" name="Google Shape;1178;p21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1179" name="Google Shape;1179;p21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0" name="Google Shape;1180;p21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81" name="Google Shape;1181;p21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1182" name="Google Shape;1182;p21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3" name="Google Shape;1183;p21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84" name="Google Shape;1184;p21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1185" name="Google Shape;1185;p21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6" name="Google Shape;1186;p21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187" name="Google Shape;1187;p21"/>
          <p:cNvSpPr txBox="1"/>
          <p:nvPr/>
        </p:nvSpPr>
        <p:spPr>
          <a:xfrm>
            <a:off x="3824266" y="814076"/>
            <a:ext cx="94947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Last Week Recap</a:t>
            </a:r>
            <a:endParaRPr sz="10000"/>
          </a:p>
        </p:txBody>
      </p:sp>
      <p:pic>
        <p:nvPicPr>
          <p:cNvPr id="1188" name="Google Shape;118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2434" y="5471584"/>
            <a:ext cx="15360325" cy="446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8"/>
        </a:solidFill>
      </p:bgPr>
    </p:bg>
    <p:spTree>
      <p:nvGrpSpPr>
        <p:cNvPr id="1192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p22"/>
          <p:cNvSpPr txBox="1"/>
          <p:nvPr/>
        </p:nvSpPr>
        <p:spPr>
          <a:xfrm>
            <a:off x="1179325" y="2694425"/>
            <a:ext cx="15957600" cy="9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7625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Char char="●"/>
            </a:pPr>
            <a:r>
              <a:rPr lang="en-US" sz="3900">
                <a:solidFill>
                  <a:schemeClr val="dk1"/>
                </a:solidFill>
              </a:rPr>
              <a:t>This will be your first ever mini-project in this class!</a:t>
            </a:r>
            <a:endParaRPr sz="3900">
              <a:solidFill>
                <a:schemeClr val="dk1"/>
              </a:solidFill>
            </a:endParaRPr>
          </a:p>
          <a:p>
            <a:pPr indent="-4762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Char char="●"/>
            </a:pPr>
            <a:r>
              <a:rPr b="1" lang="en-US" sz="3900">
                <a:solidFill>
                  <a:schemeClr val="dk1"/>
                </a:solidFill>
              </a:rPr>
              <a:t>Objective:</a:t>
            </a:r>
            <a:r>
              <a:rPr lang="en-US" sz="3900">
                <a:solidFill>
                  <a:schemeClr val="dk1"/>
                </a:solidFill>
              </a:rPr>
              <a:t> To make a fun text adventure game in Python</a:t>
            </a:r>
            <a:endParaRPr sz="3900">
              <a:solidFill>
                <a:schemeClr val="dk1"/>
              </a:solidFill>
            </a:endParaRPr>
          </a:p>
          <a:p>
            <a:pPr indent="-4762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Char char="●"/>
            </a:pPr>
            <a:r>
              <a:rPr lang="en-US" sz="3900">
                <a:solidFill>
                  <a:schemeClr val="dk1"/>
                </a:solidFill>
              </a:rPr>
              <a:t>What will you need to use? </a:t>
            </a:r>
            <a:r>
              <a:rPr i="1" lang="en-US" sz="3900">
                <a:solidFill>
                  <a:schemeClr val="dk1"/>
                </a:solidFill>
              </a:rPr>
              <a:t>Everything</a:t>
            </a:r>
            <a:r>
              <a:rPr lang="en-US" sz="3900">
                <a:solidFill>
                  <a:schemeClr val="dk1"/>
                </a:solidFill>
              </a:rPr>
              <a:t> we’ve learned so far!</a:t>
            </a:r>
            <a:endParaRPr sz="3900">
              <a:solidFill>
                <a:schemeClr val="dk1"/>
              </a:solidFill>
            </a:endParaRPr>
          </a:p>
          <a:p>
            <a:pPr indent="-476250" lvl="2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AutoNum type="romanLcPeriod"/>
            </a:pPr>
            <a:r>
              <a:rPr lang="en-US" sz="3900">
                <a:solidFill>
                  <a:schemeClr val="dk1"/>
                </a:solidFill>
              </a:rPr>
              <a:t>print() statements, input() statements</a:t>
            </a:r>
            <a:endParaRPr sz="3900">
              <a:solidFill>
                <a:schemeClr val="dk1"/>
              </a:solidFill>
            </a:endParaRPr>
          </a:p>
          <a:p>
            <a:pPr indent="-476250" lvl="2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AutoNum type="romanLcPeriod"/>
            </a:pPr>
            <a:r>
              <a:rPr lang="en-US" sz="3900">
                <a:solidFill>
                  <a:schemeClr val="dk1"/>
                </a:solidFill>
              </a:rPr>
              <a:t>Variables</a:t>
            </a:r>
            <a:endParaRPr sz="3900">
              <a:solidFill>
                <a:schemeClr val="dk1"/>
              </a:solidFill>
            </a:endParaRPr>
          </a:p>
          <a:p>
            <a:pPr indent="-476250" lvl="2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AutoNum type="romanLcPeriod"/>
            </a:pPr>
            <a:r>
              <a:rPr lang="en-US" sz="3900">
                <a:solidFill>
                  <a:schemeClr val="dk1"/>
                </a:solidFill>
              </a:rPr>
              <a:t>Conditionals</a:t>
            </a:r>
            <a:endParaRPr sz="3900">
              <a:solidFill>
                <a:schemeClr val="dk1"/>
              </a:solidFill>
            </a:endParaRPr>
          </a:p>
          <a:p>
            <a:pPr indent="-476250" lvl="2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AutoNum type="romanLcPeriod"/>
            </a:pPr>
            <a:r>
              <a:rPr lang="en-US" sz="3900">
                <a:solidFill>
                  <a:schemeClr val="dk1"/>
                </a:solidFill>
              </a:rPr>
              <a:t>Converting Data Types</a:t>
            </a:r>
            <a:endParaRPr sz="3900">
              <a:solidFill>
                <a:schemeClr val="dk1"/>
              </a:solidFill>
            </a:endParaRPr>
          </a:p>
          <a:p>
            <a:pPr indent="-476250" lvl="2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AutoNum type="romanLcPeriod"/>
            </a:pPr>
            <a:r>
              <a:rPr lang="en-US" sz="3900">
                <a:solidFill>
                  <a:schemeClr val="dk1"/>
                </a:solidFill>
              </a:rPr>
              <a:t>Mathematics in Python</a:t>
            </a:r>
            <a:endParaRPr sz="3900">
              <a:solidFill>
                <a:schemeClr val="dk1"/>
              </a:solidFill>
            </a:endParaRPr>
          </a:p>
          <a:p>
            <a:pPr indent="-4762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Char char="●"/>
            </a:pPr>
            <a:r>
              <a:rPr lang="en-US" sz="3900">
                <a:solidFill>
                  <a:schemeClr val="dk1"/>
                </a:solidFill>
              </a:rPr>
              <a:t>Let us know if you need help with anything, but we will letting y’all code independently</a:t>
            </a:r>
            <a:endParaRPr sz="3900">
              <a:solidFill>
                <a:schemeClr val="dk1"/>
              </a:solidFill>
            </a:endParaRPr>
          </a:p>
          <a:p>
            <a:pPr indent="-4762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Char char="●"/>
            </a:pPr>
            <a:r>
              <a:rPr lang="en-US" sz="3900">
                <a:solidFill>
                  <a:schemeClr val="dk1"/>
                </a:solidFill>
              </a:rPr>
              <a:t>Not meant to be challenging or serious, so go wild and have fun!</a:t>
            </a:r>
            <a:endParaRPr sz="39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9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900">
              <a:solidFill>
                <a:schemeClr val="dk1"/>
              </a:solidFill>
            </a:endParaRPr>
          </a:p>
        </p:txBody>
      </p:sp>
      <p:grpSp>
        <p:nvGrpSpPr>
          <p:cNvPr id="1194" name="Google Shape;1194;p22"/>
          <p:cNvGrpSpPr/>
          <p:nvPr/>
        </p:nvGrpSpPr>
        <p:grpSpPr>
          <a:xfrm>
            <a:off x="1138275" y="864982"/>
            <a:ext cx="2065578" cy="1437506"/>
            <a:chOff x="0" y="-47625"/>
            <a:chExt cx="544017" cy="378600"/>
          </a:xfrm>
        </p:grpSpPr>
        <p:sp>
          <p:nvSpPr>
            <p:cNvPr id="1195" name="Google Shape;1195;p22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22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97" name="Google Shape;1197;p22"/>
          <p:cNvGrpSpPr/>
          <p:nvPr/>
        </p:nvGrpSpPr>
        <p:grpSpPr>
          <a:xfrm>
            <a:off x="1247850" y="688914"/>
            <a:ext cx="2065578" cy="1437506"/>
            <a:chOff x="0" y="-47625"/>
            <a:chExt cx="544017" cy="378600"/>
          </a:xfrm>
        </p:grpSpPr>
        <p:sp>
          <p:nvSpPr>
            <p:cNvPr id="1198" name="Google Shape;1198;p22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22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00" name="Google Shape;1200;p22"/>
          <p:cNvSpPr txBox="1"/>
          <p:nvPr/>
        </p:nvSpPr>
        <p:spPr>
          <a:xfrm>
            <a:off x="3802125" y="721500"/>
            <a:ext cx="10980900" cy="19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C.Y.O.A Project</a:t>
            </a:r>
            <a:endParaRPr/>
          </a:p>
        </p:txBody>
      </p:sp>
      <p:sp>
        <p:nvSpPr>
          <p:cNvPr id="1201" name="Google Shape;1201;p22"/>
          <p:cNvSpPr txBox="1"/>
          <p:nvPr/>
        </p:nvSpPr>
        <p:spPr>
          <a:xfrm>
            <a:off x="1827554" y="922110"/>
            <a:ext cx="1485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</a:t>
            </a:r>
            <a:r>
              <a:rPr lang="en-US" sz="787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5</a:t>
            </a:r>
            <a:endParaRPr/>
          </a:p>
        </p:txBody>
      </p:sp>
      <p:grpSp>
        <p:nvGrpSpPr>
          <p:cNvPr id="1202" name="Google Shape;1202;p22"/>
          <p:cNvGrpSpPr/>
          <p:nvPr/>
        </p:nvGrpSpPr>
        <p:grpSpPr>
          <a:xfrm>
            <a:off x="12903876" y="189575"/>
            <a:ext cx="5168430" cy="1310243"/>
            <a:chOff x="2" y="-564"/>
            <a:chExt cx="7801403" cy="1746991"/>
          </a:xfrm>
        </p:grpSpPr>
        <p:grpSp>
          <p:nvGrpSpPr>
            <p:cNvPr id="1203" name="Google Shape;1203;p22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1204" name="Google Shape;1204;p22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5" name="Google Shape;1205;p22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06" name="Google Shape;1206;p22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1207" name="Google Shape;1207;p22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8" name="Google Shape;1208;p22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09" name="Google Shape;1209;p22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1210" name="Google Shape;1210;p22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1" name="Google Shape;1211;p22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12" name="Google Shape;1212;p22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1213" name="Google Shape;1213;p22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4" name="Google Shape;1214;p22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15" name="Google Shape;1215;p22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1216" name="Google Shape;1216;p22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7" name="Google Shape;1217;p22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18" name="Google Shape;1218;p22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1219" name="Google Shape;1219;p22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0" name="Google Shape;1220;p22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21" name="Google Shape;1221;p22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1222" name="Google Shape;1222;p22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3" name="Google Shape;1223;p22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24" name="Google Shape;1224;p22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1225" name="Google Shape;1225;p22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6" name="Google Shape;1226;p22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27" name="Google Shape;1227;p22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1228" name="Google Shape;1228;p22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9" name="Google Shape;1229;p22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8"/>
        </a:solidFill>
      </p:bgPr>
    </p:bg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p23"/>
          <p:cNvSpPr txBox="1"/>
          <p:nvPr/>
        </p:nvSpPr>
        <p:spPr>
          <a:xfrm>
            <a:off x="1179325" y="2694425"/>
            <a:ext cx="15957600" cy="90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7625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Char char="●"/>
            </a:pPr>
            <a:r>
              <a:rPr lang="en-US" sz="3900">
                <a:solidFill>
                  <a:schemeClr val="dk1"/>
                </a:solidFill>
              </a:rPr>
              <a:t>Part of programming is showing off what you’ve done, so that’s what you are going to be doing!</a:t>
            </a:r>
            <a:endParaRPr sz="39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</a:endParaRPr>
          </a:p>
          <a:p>
            <a:pPr indent="-47625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Char char="●"/>
            </a:pPr>
            <a:r>
              <a:rPr lang="en-US" sz="3900">
                <a:solidFill>
                  <a:schemeClr val="dk1"/>
                </a:solidFill>
              </a:rPr>
              <a:t>We’ll randomly choose someone with a wheel</a:t>
            </a:r>
            <a:endParaRPr sz="39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</a:endParaRPr>
          </a:p>
          <a:p>
            <a:pPr indent="-47625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Char char="●"/>
            </a:pPr>
            <a:r>
              <a:rPr lang="en-US" sz="3900">
                <a:solidFill>
                  <a:schemeClr val="dk1"/>
                </a:solidFill>
              </a:rPr>
              <a:t>In your demo make sure to:</a:t>
            </a:r>
            <a:endParaRPr sz="3900">
              <a:solidFill>
                <a:schemeClr val="dk1"/>
              </a:solidFill>
            </a:endParaRPr>
          </a:p>
          <a:p>
            <a:pPr indent="-47625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Char char="○"/>
            </a:pPr>
            <a:r>
              <a:rPr lang="en-US" sz="3900">
                <a:solidFill>
                  <a:schemeClr val="dk1"/>
                </a:solidFill>
              </a:rPr>
              <a:t>Explain your inspiration/what your project is based on</a:t>
            </a:r>
            <a:endParaRPr sz="3900">
              <a:solidFill>
                <a:schemeClr val="dk1"/>
              </a:solidFill>
            </a:endParaRPr>
          </a:p>
          <a:p>
            <a:pPr indent="-47625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Char char="○"/>
            </a:pPr>
            <a:r>
              <a:rPr lang="en-US" sz="3900">
                <a:solidFill>
                  <a:schemeClr val="dk1"/>
                </a:solidFill>
              </a:rPr>
              <a:t>Go over the entire adventure (unless its super long…)</a:t>
            </a:r>
            <a:endParaRPr sz="3900">
              <a:solidFill>
                <a:schemeClr val="dk1"/>
              </a:solidFill>
            </a:endParaRPr>
          </a:p>
          <a:p>
            <a:pPr indent="-47625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Char char="○"/>
            </a:pPr>
            <a:r>
              <a:rPr lang="en-US" sz="3900">
                <a:solidFill>
                  <a:schemeClr val="dk1"/>
                </a:solidFill>
              </a:rPr>
              <a:t>Go a bit over the code. What was fun? What was challenging?</a:t>
            </a:r>
            <a:endParaRPr sz="3900">
              <a:solidFill>
                <a:schemeClr val="dk1"/>
              </a:solidFill>
            </a:endParaRPr>
          </a:p>
          <a:p>
            <a:pPr indent="-47625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Char char="○"/>
            </a:pPr>
            <a:r>
              <a:rPr lang="en-US" sz="3900">
                <a:solidFill>
                  <a:schemeClr val="dk1"/>
                </a:solidFill>
              </a:rPr>
              <a:t>What you would do if you had more time</a:t>
            </a:r>
            <a:endParaRPr sz="3900">
              <a:solidFill>
                <a:schemeClr val="dk1"/>
              </a:solidFill>
            </a:endParaRPr>
          </a:p>
          <a:p>
            <a:pPr indent="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</a:endParaRPr>
          </a:p>
          <a:p>
            <a:pPr indent="-47625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Char char="●"/>
            </a:pPr>
            <a:r>
              <a:rPr lang="en-US" sz="3900">
                <a:solidFill>
                  <a:schemeClr val="dk1"/>
                </a:solidFill>
              </a:rPr>
              <a:t>Don’t stress, this is just to see what y’all did</a:t>
            </a:r>
            <a:endParaRPr sz="39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9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900">
              <a:solidFill>
                <a:schemeClr val="dk1"/>
              </a:solidFill>
            </a:endParaRPr>
          </a:p>
        </p:txBody>
      </p:sp>
      <p:grpSp>
        <p:nvGrpSpPr>
          <p:cNvPr id="1235" name="Google Shape;1235;p23"/>
          <p:cNvGrpSpPr/>
          <p:nvPr/>
        </p:nvGrpSpPr>
        <p:grpSpPr>
          <a:xfrm>
            <a:off x="1138275" y="864982"/>
            <a:ext cx="2065578" cy="1437506"/>
            <a:chOff x="0" y="-47625"/>
            <a:chExt cx="544017" cy="378600"/>
          </a:xfrm>
        </p:grpSpPr>
        <p:sp>
          <p:nvSpPr>
            <p:cNvPr id="1236" name="Google Shape;1236;p23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23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38" name="Google Shape;1238;p23"/>
          <p:cNvGrpSpPr/>
          <p:nvPr/>
        </p:nvGrpSpPr>
        <p:grpSpPr>
          <a:xfrm>
            <a:off x="1247850" y="688914"/>
            <a:ext cx="2065578" cy="1437506"/>
            <a:chOff x="0" y="-47625"/>
            <a:chExt cx="544017" cy="378600"/>
          </a:xfrm>
        </p:grpSpPr>
        <p:sp>
          <p:nvSpPr>
            <p:cNvPr id="1239" name="Google Shape;1239;p23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23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41" name="Google Shape;1241;p23"/>
          <p:cNvSpPr txBox="1"/>
          <p:nvPr/>
        </p:nvSpPr>
        <p:spPr>
          <a:xfrm>
            <a:off x="3802125" y="721500"/>
            <a:ext cx="14092800" cy="19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C.Y.O.A Project Demos </a:t>
            </a:r>
            <a:endParaRPr/>
          </a:p>
        </p:txBody>
      </p:sp>
      <p:sp>
        <p:nvSpPr>
          <p:cNvPr id="1242" name="Google Shape;1242;p23"/>
          <p:cNvSpPr txBox="1"/>
          <p:nvPr/>
        </p:nvSpPr>
        <p:spPr>
          <a:xfrm>
            <a:off x="1827554" y="922110"/>
            <a:ext cx="1485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</a:t>
            </a:r>
            <a:r>
              <a:rPr lang="en-US" sz="787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6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8"/>
        </a:solidFill>
      </p:bgPr>
    </p:bg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7" name="Google Shape;1247;p24"/>
          <p:cNvGrpSpPr/>
          <p:nvPr/>
        </p:nvGrpSpPr>
        <p:grpSpPr>
          <a:xfrm>
            <a:off x="4231650" y="4629636"/>
            <a:ext cx="9824703" cy="1591634"/>
            <a:chOff x="0" y="-47625"/>
            <a:chExt cx="1719710" cy="378600"/>
          </a:xfrm>
        </p:grpSpPr>
        <p:sp>
          <p:nvSpPr>
            <p:cNvPr id="1248" name="Google Shape;1248;p24"/>
            <p:cNvSpPr/>
            <p:nvPr/>
          </p:nvSpPr>
          <p:spPr>
            <a:xfrm>
              <a:off x="0" y="0"/>
              <a:ext cx="1719710" cy="330886"/>
            </a:xfrm>
            <a:custGeom>
              <a:rect b="b" l="l" r="r" t="t"/>
              <a:pathLst>
                <a:path extrusionOk="0" h="330886" w="1719710">
                  <a:moveTo>
                    <a:pt x="60470" y="0"/>
                  </a:moveTo>
                  <a:lnTo>
                    <a:pt x="1659240" y="0"/>
                  </a:lnTo>
                  <a:cubicBezTo>
                    <a:pt x="1675277" y="0"/>
                    <a:pt x="1690658" y="6371"/>
                    <a:pt x="1701998" y="17711"/>
                  </a:cubicBezTo>
                  <a:cubicBezTo>
                    <a:pt x="1713339" y="29051"/>
                    <a:pt x="1719710" y="44432"/>
                    <a:pt x="1719710" y="60470"/>
                  </a:cubicBezTo>
                  <a:lnTo>
                    <a:pt x="1719710" y="270416"/>
                  </a:lnTo>
                  <a:cubicBezTo>
                    <a:pt x="1719710" y="303813"/>
                    <a:pt x="1692636" y="330886"/>
                    <a:pt x="1659240" y="330886"/>
                  </a:cubicBezTo>
                  <a:lnTo>
                    <a:pt x="60470" y="330886"/>
                  </a:lnTo>
                  <a:cubicBezTo>
                    <a:pt x="27073" y="330886"/>
                    <a:pt x="0" y="303813"/>
                    <a:pt x="0" y="270416"/>
                  </a:cubicBezTo>
                  <a:lnTo>
                    <a:pt x="0" y="60470"/>
                  </a:lnTo>
                  <a:cubicBezTo>
                    <a:pt x="0" y="27073"/>
                    <a:pt x="27073" y="0"/>
                    <a:pt x="60470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24"/>
            <p:cNvSpPr txBox="1"/>
            <p:nvPr/>
          </p:nvSpPr>
          <p:spPr>
            <a:xfrm>
              <a:off x="0" y="-47625"/>
              <a:ext cx="17196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50" name="Google Shape;1250;p24"/>
          <p:cNvGrpSpPr/>
          <p:nvPr/>
        </p:nvGrpSpPr>
        <p:grpSpPr>
          <a:xfrm>
            <a:off x="3823138" y="2549511"/>
            <a:ext cx="10641737" cy="3415313"/>
            <a:chOff x="0" y="-47625"/>
            <a:chExt cx="1719710" cy="378600"/>
          </a:xfrm>
        </p:grpSpPr>
        <p:sp>
          <p:nvSpPr>
            <p:cNvPr id="1251" name="Google Shape;1251;p24"/>
            <p:cNvSpPr/>
            <p:nvPr/>
          </p:nvSpPr>
          <p:spPr>
            <a:xfrm>
              <a:off x="0" y="0"/>
              <a:ext cx="1719710" cy="330886"/>
            </a:xfrm>
            <a:custGeom>
              <a:rect b="b" l="l" r="r" t="t"/>
              <a:pathLst>
                <a:path extrusionOk="0" h="330886" w="1719710">
                  <a:moveTo>
                    <a:pt x="60470" y="0"/>
                  </a:moveTo>
                  <a:lnTo>
                    <a:pt x="1659240" y="0"/>
                  </a:lnTo>
                  <a:cubicBezTo>
                    <a:pt x="1675277" y="0"/>
                    <a:pt x="1690658" y="6371"/>
                    <a:pt x="1701998" y="17711"/>
                  </a:cubicBezTo>
                  <a:cubicBezTo>
                    <a:pt x="1713339" y="29051"/>
                    <a:pt x="1719710" y="44432"/>
                    <a:pt x="1719710" y="60470"/>
                  </a:cubicBezTo>
                  <a:lnTo>
                    <a:pt x="1719710" y="270416"/>
                  </a:lnTo>
                  <a:cubicBezTo>
                    <a:pt x="1719710" y="303813"/>
                    <a:pt x="1692636" y="330886"/>
                    <a:pt x="1659240" y="330886"/>
                  </a:cubicBezTo>
                  <a:lnTo>
                    <a:pt x="60470" y="330886"/>
                  </a:lnTo>
                  <a:cubicBezTo>
                    <a:pt x="27073" y="330886"/>
                    <a:pt x="0" y="303813"/>
                    <a:pt x="0" y="270416"/>
                  </a:cubicBezTo>
                  <a:lnTo>
                    <a:pt x="0" y="60470"/>
                  </a:lnTo>
                  <a:cubicBezTo>
                    <a:pt x="0" y="27073"/>
                    <a:pt x="27073" y="0"/>
                    <a:pt x="60470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24"/>
            <p:cNvSpPr txBox="1"/>
            <p:nvPr/>
          </p:nvSpPr>
          <p:spPr>
            <a:xfrm>
              <a:off x="0" y="-47625"/>
              <a:ext cx="17196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53" name="Google Shape;1253;p24"/>
          <p:cNvGrpSpPr/>
          <p:nvPr/>
        </p:nvGrpSpPr>
        <p:grpSpPr>
          <a:xfrm flipH="1" rot="10800000">
            <a:off x="417483" y="241933"/>
            <a:ext cx="5851052" cy="1310243"/>
            <a:chOff x="0" y="-241102"/>
            <a:chExt cx="7801402" cy="1746991"/>
          </a:xfrm>
        </p:grpSpPr>
        <p:grpSp>
          <p:nvGrpSpPr>
            <p:cNvPr id="1254" name="Google Shape;1254;p24"/>
            <p:cNvGrpSpPr/>
            <p:nvPr/>
          </p:nvGrpSpPr>
          <p:grpSpPr>
            <a:xfrm>
              <a:off x="0" y="-241102"/>
              <a:ext cx="2173362" cy="520931"/>
              <a:chOff x="0" y="-47625"/>
              <a:chExt cx="429306" cy="102900"/>
            </a:xfrm>
          </p:grpSpPr>
          <p:sp>
            <p:nvSpPr>
              <p:cNvPr id="1255" name="Google Shape;1255;p2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6" name="Google Shape;1256;p2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57" name="Google Shape;1257;p24"/>
            <p:cNvGrpSpPr/>
            <p:nvPr/>
          </p:nvGrpSpPr>
          <p:grpSpPr>
            <a:xfrm>
              <a:off x="2571714" y="-241102"/>
              <a:ext cx="2173362" cy="520931"/>
              <a:chOff x="0" y="-47625"/>
              <a:chExt cx="429306" cy="102900"/>
            </a:xfrm>
          </p:grpSpPr>
          <p:sp>
            <p:nvSpPr>
              <p:cNvPr id="1258" name="Google Shape;1258;p2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9" name="Google Shape;1259;p2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60" name="Google Shape;1260;p24"/>
            <p:cNvGrpSpPr/>
            <p:nvPr/>
          </p:nvGrpSpPr>
          <p:grpSpPr>
            <a:xfrm>
              <a:off x="1345333" y="575061"/>
              <a:ext cx="2173362" cy="520931"/>
              <a:chOff x="0" y="-47625"/>
              <a:chExt cx="429306" cy="102900"/>
            </a:xfrm>
          </p:grpSpPr>
          <p:sp>
            <p:nvSpPr>
              <p:cNvPr id="1261" name="Google Shape;1261;p2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2" name="Google Shape;1262;p2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63" name="Google Shape;1263;p24"/>
            <p:cNvGrpSpPr/>
            <p:nvPr/>
          </p:nvGrpSpPr>
          <p:grpSpPr>
            <a:xfrm>
              <a:off x="3658396" y="563639"/>
              <a:ext cx="2173362" cy="520931"/>
              <a:chOff x="0" y="-47625"/>
              <a:chExt cx="429306" cy="102900"/>
            </a:xfrm>
          </p:grpSpPr>
          <p:sp>
            <p:nvSpPr>
              <p:cNvPr id="1264" name="Google Shape;1264;p2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5" name="Google Shape;1265;p2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66" name="Google Shape;1266;p24"/>
            <p:cNvGrpSpPr/>
            <p:nvPr/>
          </p:nvGrpSpPr>
          <p:grpSpPr>
            <a:xfrm>
              <a:off x="5314643" y="-241102"/>
              <a:ext cx="1191034" cy="520931"/>
              <a:chOff x="0" y="-47625"/>
              <a:chExt cx="235266" cy="102900"/>
            </a:xfrm>
          </p:grpSpPr>
          <p:sp>
            <p:nvSpPr>
              <p:cNvPr id="1267" name="Google Shape;1267;p24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8" name="Google Shape;1268;p24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69" name="Google Shape;1269;p24"/>
            <p:cNvGrpSpPr/>
            <p:nvPr/>
          </p:nvGrpSpPr>
          <p:grpSpPr>
            <a:xfrm>
              <a:off x="6610368" y="563639"/>
              <a:ext cx="1191034" cy="520931"/>
              <a:chOff x="0" y="-47625"/>
              <a:chExt cx="235266" cy="102900"/>
            </a:xfrm>
          </p:grpSpPr>
          <p:sp>
            <p:nvSpPr>
              <p:cNvPr id="1270" name="Google Shape;1270;p24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1" name="Google Shape;1271;p24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72" name="Google Shape;1272;p24"/>
            <p:cNvGrpSpPr/>
            <p:nvPr/>
          </p:nvGrpSpPr>
          <p:grpSpPr>
            <a:xfrm>
              <a:off x="0" y="586483"/>
              <a:ext cx="1202850" cy="498150"/>
              <a:chOff x="0" y="-47625"/>
              <a:chExt cx="237600" cy="98400"/>
            </a:xfrm>
          </p:grpSpPr>
          <p:sp>
            <p:nvSpPr>
              <p:cNvPr id="1273" name="Google Shape;1273;p24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4" name="Google Shape;1274;p24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75" name="Google Shape;1275;p24"/>
            <p:cNvGrpSpPr/>
            <p:nvPr/>
          </p:nvGrpSpPr>
          <p:grpSpPr>
            <a:xfrm>
              <a:off x="0" y="165164"/>
              <a:ext cx="4377448" cy="520931"/>
              <a:chOff x="0" y="-47625"/>
              <a:chExt cx="864681" cy="102900"/>
            </a:xfrm>
          </p:grpSpPr>
          <p:sp>
            <p:nvSpPr>
              <p:cNvPr id="1276" name="Google Shape;1276;p24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7" name="Google Shape;1277;p24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78" name="Google Shape;1278;p24"/>
            <p:cNvGrpSpPr/>
            <p:nvPr/>
          </p:nvGrpSpPr>
          <p:grpSpPr>
            <a:xfrm>
              <a:off x="0" y="984958"/>
              <a:ext cx="4377448" cy="520931"/>
              <a:chOff x="0" y="-47625"/>
              <a:chExt cx="864681" cy="102900"/>
            </a:xfrm>
          </p:grpSpPr>
          <p:sp>
            <p:nvSpPr>
              <p:cNvPr id="1279" name="Google Shape;1279;p24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0" name="Google Shape;1280;p24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81" name="Google Shape;1281;p24"/>
          <p:cNvGrpSpPr/>
          <p:nvPr/>
        </p:nvGrpSpPr>
        <p:grpSpPr>
          <a:xfrm>
            <a:off x="11999778" y="8693380"/>
            <a:ext cx="5851052" cy="1310243"/>
            <a:chOff x="2" y="-564"/>
            <a:chExt cx="7801403" cy="1746991"/>
          </a:xfrm>
        </p:grpSpPr>
        <p:grpSp>
          <p:nvGrpSpPr>
            <p:cNvPr id="1282" name="Google Shape;1282;p24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1283" name="Google Shape;1283;p2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4" name="Google Shape;1284;p2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85" name="Google Shape;1285;p24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1286" name="Google Shape;1286;p2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7" name="Google Shape;1287;p2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88" name="Google Shape;1288;p24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1289" name="Google Shape;1289;p2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0" name="Google Shape;1290;p2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91" name="Google Shape;1291;p24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1292" name="Google Shape;1292;p2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3" name="Google Shape;1293;p2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94" name="Google Shape;1294;p24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1295" name="Google Shape;1295;p24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6" name="Google Shape;1296;p24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97" name="Google Shape;1297;p24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1298" name="Google Shape;1298;p24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9" name="Google Shape;1299;p24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00" name="Google Shape;1300;p24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1301" name="Google Shape;1301;p24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2" name="Google Shape;1302;p24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03" name="Google Shape;1303;p24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1304" name="Google Shape;1304;p24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5" name="Google Shape;1305;p24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06" name="Google Shape;1306;p24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1307" name="Google Shape;1307;p24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8" name="Google Shape;1308;p24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309" name="Google Shape;1309;p24"/>
          <p:cNvSpPr txBox="1"/>
          <p:nvPr/>
        </p:nvSpPr>
        <p:spPr>
          <a:xfrm>
            <a:off x="3866563" y="6385938"/>
            <a:ext cx="10554900" cy="13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43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Remember to clean up and stack chairs!</a:t>
            </a:r>
            <a:endParaRPr sz="4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10" name="Google Shape;1310;p24"/>
          <p:cNvSpPr txBox="1"/>
          <p:nvPr/>
        </p:nvSpPr>
        <p:spPr>
          <a:xfrm>
            <a:off x="4597638" y="3562213"/>
            <a:ext cx="90927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Thats It!</a:t>
            </a:r>
            <a:endParaRPr sz="1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gramming Lesson Presentation">
  <a:themeElements>
    <a:clrScheme name="Office">
      <a:dk1>
        <a:srgbClr val="000000"/>
      </a:dk1>
      <a:lt1>
        <a:srgbClr val="FFFFFF"/>
      </a:lt1>
      <a:dk2>
        <a:srgbClr val="888888"/>
      </a:dk2>
      <a:lt2>
        <a:srgbClr val="A6A6A6"/>
      </a:lt2>
      <a:accent1>
        <a:srgbClr val="BBBBBB"/>
      </a:accent1>
      <a:accent2>
        <a:srgbClr val="E9E9E9"/>
      </a:accent2>
      <a:accent3>
        <a:srgbClr val="F6836B"/>
      </a:accent3>
      <a:accent4>
        <a:srgbClr val="ED7843"/>
      </a:accent4>
      <a:accent5>
        <a:srgbClr val="FFFEF8"/>
      </a:accent5>
      <a:accent6>
        <a:srgbClr val="5EC9CC"/>
      </a:accent6>
      <a:hlink>
        <a:srgbClr val="FF4F63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
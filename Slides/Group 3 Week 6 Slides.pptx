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6858000" cy="9144000"/>
  <p:embeddedFontLst>
    <p:embeddedFont>
      <p:font typeface="Anton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Anton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a29dd45c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g3a29dd45ca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ef98558070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g2ef98558070_0_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f0ba9ac29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g2f0ba9ac295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ef98558070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g2ef98558070_0_5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2ef98558070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g2ef98558070_0_4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3a015c896a2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g3a015c896a2_2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3a015c896a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g3a015c896a2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3a015c896a2_2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g3a015c896a2_2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3a015c896a2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g3a015c896a2_2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3a015c896a2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g3a015c896a2_0_5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3a015c896a2_2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g3a015c896a2_2_4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3a015c896a2_2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g3a015c896a2_2_5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3a29dd45ca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g3a29dd45cac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2ef98558070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g2ef98558070_1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3a015c896a2_2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g3a015c896a2_2_4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3a29dd45ca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g3a29dd45cac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g3a29dd45ca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g3a29dd45cac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g3a29dd45cac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g3a29dd45cac_0_6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g2ef98558070_1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g2ef98558070_1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614350" y="2454275"/>
            <a:ext cx="16557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4491025" y="56245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12" name="Google Shape;12;p3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3" name="Google Shape;13;p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9" name="Google Shape;29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" name="Google Shape;40;p3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41" name="Google Shape;41;p3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42" name="Google Shape;42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3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" name="Google Shape;53;p3"/>
          <p:cNvSpPr/>
          <p:nvPr/>
        </p:nvSpPr>
        <p:spPr>
          <a:xfrm>
            <a:off x="9692551" y="763817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>
            <p:ph type="title"/>
          </p:nvPr>
        </p:nvSpPr>
        <p:spPr>
          <a:xfrm>
            <a:off x="655875" y="26379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" type="body"/>
          </p:nvPr>
        </p:nvSpPr>
        <p:spPr>
          <a:xfrm>
            <a:off x="1981225" y="5942025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7" name="Google Shape;57;p4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58" name="Google Shape;58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2" name="Google Shape;62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5" name="Google Shape;65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8" name="Google Shape;68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1" name="Google Shape;71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" name="Google Shape;79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0" name="Google Shape;80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" name="Google Shape;85;p4"/>
          <p:cNvGrpSpPr/>
          <p:nvPr/>
        </p:nvGrpSpPr>
        <p:grpSpPr>
          <a:xfrm>
            <a:off x="503084" y="428766"/>
            <a:ext cx="5851052" cy="1310243"/>
            <a:chOff x="2" y="-564"/>
            <a:chExt cx="7801403" cy="1746991"/>
          </a:xfrm>
        </p:grpSpPr>
        <p:grpSp>
          <p:nvGrpSpPr>
            <p:cNvPr id="86" name="Google Shape;86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7" name="Google Shape;87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" name="Google Shape;89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" name="Google Shape;92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93" name="Google Shape;93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96" name="Google Shape;96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99" name="Google Shape;99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" name="Google Shape;101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2" name="Google Shape;102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" name="Google Shape;107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8" name="Google Shape;108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11" name="Google Shape;111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" name="Google Shape;113;p4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14" name="Google Shape;114;p4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15" name="Google Shape;115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" name="Google Shape;117;p4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4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4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740850" y="1382675"/>
            <a:ext cx="16806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2579688" y="65976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129" name="Google Shape;129;p5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30" name="Google Shape;130;p5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31" name="Google Shape;131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5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34" name="Google Shape;134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5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37" name="Google Shape;137;p5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5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40" name="Google Shape;140;p5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" name="Google Shape;142;p5"/>
          <p:cNvSpPr/>
          <p:nvPr/>
        </p:nvSpPr>
        <p:spPr>
          <a:xfrm>
            <a:off x="16422857" y="6279622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44" name="Google Shape;144;p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" name="Google Shape;165;p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type="title"/>
          </p:nvPr>
        </p:nvSpPr>
        <p:spPr>
          <a:xfrm>
            <a:off x="671525" y="2586675"/>
            <a:ext cx="16595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6"/>
          <p:cNvSpPr txBox="1"/>
          <p:nvPr>
            <p:ph idx="1" type="body"/>
          </p:nvPr>
        </p:nvSpPr>
        <p:spPr>
          <a:xfrm>
            <a:off x="3219425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174" name="Google Shape;174;p6"/>
          <p:cNvSpPr txBox="1"/>
          <p:nvPr>
            <p:ph idx="2" type="body"/>
          </p:nvPr>
        </p:nvSpPr>
        <p:spPr>
          <a:xfrm>
            <a:off x="9075569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175" name="Google Shape;175;p6"/>
          <p:cNvGrpSpPr/>
          <p:nvPr/>
        </p:nvGrpSpPr>
        <p:grpSpPr>
          <a:xfrm>
            <a:off x="417483" y="242355"/>
            <a:ext cx="5851052" cy="1310243"/>
            <a:chOff x="0" y="-241102"/>
            <a:chExt cx="7801402" cy="1746991"/>
          </a:xfrm>
        </p:grpSpPr>
        <p:grpSp>
          <p:nvGrpSpPr>
            <p:cNvPr id="176" name="Google Shape;176;p6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77" name="Google Shape;177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6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80" name="Google Shape;180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6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83" name="Google Shape;183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6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86" name="Google Shape;186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6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6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" name="Google Shape;197;p6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p6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01" name="Google Shape;201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" name="Google Shape;203;p6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04" name="Google Shape;204;p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8" name="Google Shape;208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6"/>
          <p:cNvSpPr/>
          <p:nvPr/>
        </p:nvSpPr>
        <p:spPr>
          <a:xfrm>
            <a:off x="14123600" y="476375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2" name="Google Shape;232;p6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33" name="Google Shape;233;p6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34" name="Google Shape;234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6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37" name="Google Shape;237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6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6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/>
          <p:nvPr>
            <p:ph type="title"/>
          </p:nvPr>
        </p:nvSpPr>
        <p:spPr>
          <a:xfrm>
            <a:off x="576300" y="2672488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7"/>
          <p:cNvSpPr txBox="1"/>
          <p:nvPr>
            <p:ph idx="1" type="body"/>
          </p:nvPr>
        </p:nvSpPr>
        <p:spPr>
          <a:xfrm>
            <a:off x="1528775" y="5556275"/>
            <a:ext cx="50142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248" name="Google Shape;248;p7"/>
          <p:cNvSpPr txBox="1"/>
          <p:nvPr>
            <p:ph idx="2" type="body"/>
          </p:nvPr>
        </p:nvSpPr>
        <p:spPr>
          <a:xfrm>
            <a:off x="6726129" y="5556275"/>
            <a:ext cx="50160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249" name="Google Shape;249;p7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50" name="Google Shape;250;p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51" name="Google Shape;251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60" name="Google Shape;260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3" name="Google Shape;263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69" name="Google Shape;269;p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72" name="Google Shape;272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75" name="Google Shape;275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" name="Google Shape;277;p7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78" name="Google Shape;278;p7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79" name="Google Shape;279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7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82" name="Google Shape;282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p7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85" name="Google Shape;285;p7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7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7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7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0" name="Google Shape;290;p7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 txBox="1"/>
          <p:nvPr>
            <p:ph type="title"/>
          </p:nvPr>
        </p:nvSpPr>
        <p:spPr>
          <a:xfrm>
            <a:off x="751125" y="27987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3" name="Google Shape;293;p8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94" name="Google Shape;294;p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95" name="Google Shape;295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98" name="Google Shape;298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01" name="Google Shape;301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" name="Google Shape;306;p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07" name="Google Shape;307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9" name="Google Shape;309;p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10" name="Google Shape;310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2" name="Google Shape;312;p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13" name="Google Shape;313;p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5" name="Google Shape;315;p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8" name="Google Shape;318;p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19" name="Google Shape;319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" name="Google Shape;321;p8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22" name="Google Shape;322;p8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23" name="Google Shape;323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8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26" name="Google Shape;326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8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29" name="Google Shape;329;p8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8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" name="Google Shape;331;p8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32" name="Google Shape;332;p8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8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4" name="Google Shape;334;p8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/>
          <p:nvPr>
            <p:ph type="title"/>
          </p:nvPr>
        </p:nvSpPr>
        <p:spPr>
          <a:xfrm>
            <a:off x="742950" y="4058913"/>
            <a:ext cx="164046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7" name="Google Shape;337;p9"/>
          <p:cNvSpPr txBox="1"/>
          <p:nvPr>
            <p:ph idx="1" type="body"/>
          </p:nvPr>
        </p:nvSpPr>
        <p:spPr>
          <a:xfrm>
            <a:off x="5336650" y="5817575"/>
            <a:ext cx="7453200" cy="30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338" name="Google Shape;338;p9"/>
          <p:cNvSpPr txBox="1"/>
          <p:nvPr>
            <p:ph idx="2" type="body"/>
          </p:nvPr>
        </p:nvSpPr>
        <p:spPr>
          <a:xfrm>
            <a:off x="742950" y="5817580"/>
            <a:ext cx="4386600" cy="3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grpSp>
        <p:nvGrpSpPr>
          <p:cNvPr id="339" name="Google Shape;339;p9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40" name="Google Shape;340;p9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41" name="Google Shape;341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9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44" name="Google Shape;344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9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47" name="Google Shape;347;p9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9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9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50" name="Google Shape;350;p9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9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2" name="Google Shape;352;p9"/>
          <p:cNvSpPr/>
          <p:nvPr/>
        </p:nvSpPr>
        <p:spPr>
          <a:xfrm>
            <a:off x="14580281" y="4222181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3" name="Google Shape;353;p9"/>
          <p:cNvGrpSpPr/>
          <p:nvPr/>
        </p:nvGrpSpPr>
        <p:grpSpPr>
          <a:xfrm>
            <a:off x="12072976" y="8575885"/>
            <a:ext cx="5851052" cy="1310243"/>
            <a:chOff x="2" y="-564"/>
            <a:chExt cx="7801403" cy="1746991"/>
          </a:xfrm>
        </p:grpSpPr>
        <p:grpSp>
          <p:nvGrpSpPr>
            <p:cNvPr id="354" name="Google Shape;354;p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355" name="Google Shape;355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" name="Google Shape;357;p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358" name="Google Shape;358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0" name="Google Shape;360;p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64" name="Google Shape;364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67" name="Google Shape;367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70" name="Google Shape;370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73" name="Google Shape;373;p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5" name="Google Shape;375;p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76" name="Google Shape;376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79" name="Google Shape;379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"/>
          <p:cNvSpPr txBox="1"/>
          <p:nvPr>
            <p:ph type="title"/>
          </p:nvPr>
        </p:nvSpPr>
        <p:spPr>
          <a:xfrm>
            <a:off x="1002575" y="4737700"/>
            <a:ext cx="16871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83" name="Google Shape;383;p10"/>
          <p:cNvSpPr/>
          <p:nvPr>
            <p:ph idx="2" type="pic"/>
          </p:nvPr>
        </p:nvSpPr>
        <p:spPr>
          <a:xfrm>
            <a:off x="1125547" y="5629275"/>
            <a:ext cx="4245000" cy="31839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10"/>
          <p:cNvSpPr txBox="1"/>
          <p:nvPr>
            <p:ph idx="1" type="body"/>
          </p:nvPr>
        </p:nvSpPr>
        <p:spPr>
          <a:xfrm>
            <a:off x="6159513" y="60816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sp>
        <p:nvSpPr>
          <p:cNvPr id="385" name="Google Shape;385;p10"/>
          <p:cNvSpPr/>
          <p:nvPr/>
        </p:nvSpPr>
        <p:spPr>
          <a:xfrm>
            <a:off x="14398941" y="5079095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6" name="Google Shape;386;p10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87" name="Google Shape;387;p10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88" name="Google Shape;388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10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91" name="Google Shape;391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10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94" name="Google Shape;394;p10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0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10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97" name="Google Shape;397;p10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0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9" name="Google Shape;399;p10"/>
          <p:cNvGrpSpPr/>
          <p:nvPr/>
        </p:nvGrpSpPr>
        <p:grpSpPr>
          <a:xfrm rot="10800000">
            <a:off x="8547898" y="480862"/>
            <a:ext cx="5851052" cy="1310243"/>
            <a:chOff x="2" y="-564"/>
            <a:chExt cx="7801403" cy="1746991"/>
          </a:xfrm>
        </p:grpSpPr>
        <p:grpSp>
          <p:nvGrpSpPr>
            <p:cNvPr id="400" name="Google Shape;400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01" name="Google Shape;401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04" name="Google Shape;404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07" name="Google Shape;407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10" name="Google Shape;410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" name="Google Shape;412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13" name="Google Shape;413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16" name="Google Shape;416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19" name="Google Shape;419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22" name="Google Shape;422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25" name="Google Shape;425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" name="Google Shape;427;p10"/>
          <p:cNvGrpSpPr/>
          <p:nvPr/>
        </p:nvGrpSpPr>
        <p:grpSpPr>
          <a:xfrm rot="10800000">
            <a:off x="12023215" y="8251029"/>
            <a:ext cx="5851052" cy="1310243"/>
            <a:chOff x="2" y="-564"/>
            <a:chExt cx="7801403" cy="1746991"/>
          </a:xfrm>
        </p:grpSpPr>
        <p:grpSp>
          <p:nvGrpSpPr>
            <p:cNvPr id="428" name="Google Shape;428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29" name="Google Shape;429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32" name="Google Shape;432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" name="Google Shape;434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35" name="Google Shape;435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38" name="Google Shape;438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" name="Google Shape;440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41" name="Google Shape;441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44" name="Google Shape;444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 txBox="1"/>
          <p:nvPr>
            <p:ph type="ctrTitle"/>
          </p:nvPr>
        </p:nvSpPr>
        <p:spPr>
          <a:xfrm>
            <a:off x="614350" y="2454275"/>
            <a:ext cx="16557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13"/>
          <p:cNvSpPr txBox="1"/>
          <p:nvPr>
            <p:ph idx="1" type="subTitle"/>
          </p:nvPr>
        </p:nvSpPr>
        <p:spPr>
          <a:xfrm>
            <a:off x="4491025" y="56245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462" name="Google Shape;462;p13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463" name="Google Shape;463;p1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64" name="Google Shape;464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6" name="Google Shape;466;p1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67" name="Google Shape;467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" name="Google Shape;469;p1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70" name="Google Shape;470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" name="Google Shape;472;p1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73" name="Google Shape;473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1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76" name="Google Shape;476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1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79" name="Google Shape;479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1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82" name="Google Shape;482;p1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4" name="Google Shape;484;p1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85" name="Google Shape;485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7" name="Google Shape;487;p1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88" name="Google Shape;488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0" name="Google Shape;490;p13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491" name="Google Shape;491;p13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492" name="Google Shape;492;p1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4" name="Google Shape;494;p13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495" name="Google Shape;495;p1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13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498" name="Google Shape;498;p13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3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" name="Google Shape;500;p13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01" name="Google Shape;501;p13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3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3" name="Google Shape;503;p13"/>
          <p:cNvSpPr/>
          <p:nvPr/>
        </p:nvSpPr>
        <p:spPr>
          <a:xfrm>
            <a:off x="9692551" y="763817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"/>
          <p:cNvSpPr txBox="1"/>
          <p:nvPr>
            <p:ph type="title"/>
          </p:nvPr>
        </p:nvSpPr>
        <p:spPr>
          <a:xfrm>
            <a:off x="655875" y="26379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14"/>
          <p:cNvSpPr txBox="1"/>
          <p:nvPr>
            <p:ph idx="1" type="body"/>
          </p:nvPr>
        </p:nvSpPr>
        <p:spPr>
          <a:xfrm>
            <a:off x="1981225" y="5942025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07" name="Google Shape;507;p14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508" name="Google Shape;508;p1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09" name="Google Shape;509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1" name="Google Shape;511;p1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512" name="Google Shape;512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4" name="Google Shape;514;p1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515" name="Google Shape;515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7" name="Google Shape;517;p1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518" name="Google Shape;518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0" name="Google Shape;520;p1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521" name="Google Shape;521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3" name="Google Shape;523;p1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524" name="Google Shape;524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6" name="Google Shape;526;p1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527" name="Google Shape;527;p1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9" name="Google Shape;529;p1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530" name="Google Shape;530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1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533" name="Google Shape;533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5" name="Google Shape;535;p14"/>
          <p:cNvGrpSpPr/>
          <p:nvPr/>
        </p:nvGrpSpPr>
        <p:grpSpPr>
          <a:xfrm>
            <a:off x="503084" y="428766"/>
            <a:ext cx="5851052" cy="1310243"/>
            <a:chOff x="2" y="-564"/>
            <a:chExt cx="7801403" cy="1746991"/>
          </a:xfrm>
        </p:grpSpPr>
        <p:grpSp>
          <p:nvGrpSpPr>
            <p:cNvPr id="536" name="Google Shape;536;p1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37" name="Google Shape;537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9" name="Google Shape;539;p1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540" name="Google Shape;540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" name="Google Shape;542;p1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543" name="Google Shape;543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5" name="Google Shape;545;p1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546" name="Google Shape;546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1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549" name="Google Shape;549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1" name="Google Shape;551;p1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552" name="Google Shape;552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4" name="Google Shape;554;p1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555" name="Google Shape;555;p1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7" name="Google Shape;557;p1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558" name="Google Shape;558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0" name="Google Shape;560;p1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561" name="Google Shape;561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63" name="Google Shape;563;p14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564" name="Google Shape;564;p14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565" name="Google Shape;565;p1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7" name="Google Shape;567;p14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568" name="Google Shape;568;p1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0" name="Google Shape;570;p14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571" name="Google Shape;571;p14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14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3" name="Google Shape;573;p14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74" name="Google Shape;574;p14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14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5"/>
          <p:cNvSpPr txBox="1"/>
          <p:nvPr>
            <p:ph type="title"/>
          </p:nvPr>
        </p:nvSpPr>
        <p:spPr>
          <a:xfrm>
            <a:off x="740850" y="1382675"/>
            <a:ext cx="16806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78" name="Google Shape;578;p15"/>
          <p:cNvSpPr txBox="1"/>
          <p:nvPr>
            <p:ph idx="1" type="body"/>
          </p:nvPr>
        </p:nvSpPr>
        <p:spPr>
          <a:xfrm>
            <a:off x="2579688" y="65976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579" name="Google Shape;579;p15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580" name="Google Shape;580;p15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581" name="Google Shape;581;p1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3" name="Google Shape;583;p15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584" name="Google Shape;584;p1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6" name="Google Shape;586;p15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587" name="Google Shape;587;p15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5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9" name="Google Shape;589;p15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90" name="Google Shape;590;p15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5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2" name="Google Shape;592;p15"/>
          <p:cNvSpPr/>
          <p:nvPr/>
        </p:nvSpPr>
        <p:spPr>
          <a:xfrm>
            <a:off x="16422857" y="6279622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93" name="Google Shape;593;p1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594" name="Google Shape;594;p1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95" name="Google Shape;59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1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598" name="Google Shape;598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" name="Google Shape;600;p1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01" name="Google Shape;601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3" name="Google Shape;603;p1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04" name="Google Shape;60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6" name="Google Shape;606;p1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607" name="Google Shape;607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9" name="Google Shape;609;p1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610" name="Google Shape;610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2" name="Google Shape;612;p1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5" name="Google Shape;615;p1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616" name="Google Shape;616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1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619" name="Google Shape;619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6"/>
          <p:cNvSpPr txBox="1"/>
          <p:nvPr>
            <p:ph type="title"/>
          </p:nvPr>
        </p:nvSpPr>
        <p:spPr>
          <a:xfrm>
            <a:off x="671525" y="2586675"/>
            <a:ext cx="16595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16"/>
          <p:cNvSpPr txBox="1"/>
          <p:nvPr>
            <p:ph idx="1" type="body"/>
          </p:nvPr>
        </p:nvSpPr>
        <p:spPr>
          <a:xfrm>
            <a:off x="3219425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624" name="Google Shape;624;p16"/>
          <p:cNvSpPr txBox="1"/>
          <p:nvPr>
            <p:ph idx="2" type="body"/>
          </p:nvPr>
        </p:nvSpPr>
        <p:spPr>
          <a:xfrm>
            <a:off x="9075569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625" name="Google Shape;625;p16"/>
          <p:cNvGrpSpPr/>
          <p:nvPr/>
        </p:nvGrpSpPr>
        <p:grpSpPr>
          <a:xfrm>
            <a:off x="417483" y="242355"/>
            <a:ext cx="5851052" cy="1310243"/>
            <a:chOff x="0" y="-241102"/>
            <a:chExt cx="7801402" cy="1746991"/>
          </a:xfrm>
        </p:grpSpPr>
        <p:grpSp>
          <p:nvGrpSpPr>
            <p:cNvPr id="626" name="Google Shape;626;p16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627" name="Google Shape;627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9" name="Google Shape;629;p16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630" name="Google Shape;630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" name="Google Shape;632;p16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633" name="Google Shape;633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5" name="Google Shape;635;p16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636" name="Google Shape;636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8" name="Google Shape;638;p16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639" name="Google Shape;639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1" name="Google Shape;641;p16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642" name="Google Shape;642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4" name="Google Shape;644;p16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645" name="Google Shape;645;p1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1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7" name="Google Shape;647;p16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648" name="Google Shape;648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0" name="Google Shape;650;p16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651" name="Google Shape;651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53" name="Google Shape;653;p16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654" name="Google Shape;654;p1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655" name="Google Shape;655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7" name="Google Shape;657;p1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58" name="Google Shape;658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0" name="Google Shape;660;p1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61" name="Google Shape;661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3" name="Google Shape;663;p1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64" name="Google Shape;664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6" name="Google Shape;666;p1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667" name="Google Shape;667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9" name="Google Shape;669;p1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670" name="Google Shape;670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2" name="Google Shape;672;p1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673" name="Google Shape;673;p1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1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5" name="Google Shape;675;p1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676" name="Google Shape;676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8" name="Google Shape;678;p1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679" name="Google Shape;679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81" name="Google Shape;681;p16"/>
          <p:cNvSpPr/>
          <p:nvPr/>
        </p:nvSpPr>
        <p:spPr>
          <a:xfrm>
            <a:off x="14123600" y="476375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82" name="Google Shape;682;p16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683" name="Google Shape;683;p16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684" name="Google Shape;684;p1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6" name="Google Shape;686;p16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687" name="Google Shape;687;p1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1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9" name="Google Shape;689;p16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690" name="Google Shape;690;p16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16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2" name="Google Shape;692;p16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693" name="Google Shape;693;p16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16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7"/>
          <p:cNvSpPr txBox="1"/>
          <p:nvPr>
            <p:ph type="title"/>
          </p:nvPr>
        </p:nvSpPr>
        <p:spPr>
          <a:xfrm>
            <a:off x="576300" y="2672488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17"/>
          <p:cNvSpPr txBox="1"/>
          <p:nvPr>
            <p:ph idx="1" type="body"/>
          </p:nvPr>
        </p:nvSpPr>
        <p:spPr>
          <a:xfrm>
            <a:off x="1528775" y="5556275"/>
            <a:ext cx="50142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698" name="Google Shape;698;p17"/>
          <p:cNvSpPr txBox="1"/>
          <p:nvPr>
            <p:ph idx="2" type="body"/>
          </p:nvPr>
        </p:nvSpPr>
        <p:spPr>
          <a:xfrm>
            <a:off x="6726129" y="5556275"/>
            <a:ext cx="50160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699" name="Google Shape;699;p17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700" name="Google Shape;700;p1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701" name="Google Shape;701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3" name="Google Shape;703;p1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704" name="Google Shape;704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6" name="Google Shape;706;p1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707" name="Google Shape;707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9" name="Google Shape;709;p1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710" name="Google Shape;710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2" name="Google Shape;712;p1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13" name="Google Shape;713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8" name="Google Shape;718;p1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19" name="Google Shape;719;p1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1" name="Google Shape;721;p1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722" name="Google Shape;722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4" name="Google Shape;724;p1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725" name="Google Shape;725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7" name="Google Shape;727;p17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728" name="Google Shape;728;p17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729" name="Google Shape;729;p1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1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1" name="Google Shape;731;p17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732" name="Google Shape;732;p1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1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4" name="Google Shape;734;p17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735" name="Google Shape;735;p17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7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7" name="Google Shape;737;p17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738" name="Google Shape;738;p17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7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0" name="Google Shape;740;p17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8"/>
          <p:cNvSpPr txBox="1"/>
          <p:nvPr>
            <p:ph type="title"/>
          </p:nvPr>
        </p:nvSpPr>
        <p:spPr>
          <a:xfrm>
            <a:off x="751125" y="27987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3" name="Google Shape;743;p18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744" name="Google Shape;744;p1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745" name="Google Shape;745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7" name="Google Shape;747;p1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748" name="Google Shape;748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0" name="Google Shape;750;p1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751" name="Google Shape;751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3" name="Google Shape;753;p1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754" name="Google Shape;754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6" name="Google Shape;756;p1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57" name="Google Shape;757;p1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1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9" name="Google Shape;759;p1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60" name="Google Shape;760;p1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1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2" name="Google Shape;762;p1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63" name="Google Shape;763;p1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1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5" name="Google Shape;765;p1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766" name="Google Shape;766;p1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1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769" name="Google Shape;769;p1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1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1" name="Google Shape;771;p18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772" name="Google Shape;772;p18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773" name="Google Shape;773;p1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5" name="Google Shape;775;p18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776" name="Google Shape;776;p1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1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18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779" name="Google Shape;779;p18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18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1" name="Google Shape;781;p18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782" name="Google Shape;782;p18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18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4" name="Google Shape;784;p18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9"/>
          <p:cNvSpPr txBox="1"/>
          <p:nvPr>
            <p:ph type="title"/>
          </p:nvPr>
        </p:nvSpPr>
        <p:spPr>
          <a:xfrm>
            <a:off x="742950" y="4058913"/>
            <a:ext cx="164046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87" name="Google Shape;787;p19"/>
          <p:cNvSpPr txBox="1"/>
          <p:nvPr>
            <p:ph idx="1" type="body"/>
          </p:nvPr>
        </p:nvSpPr>
        <p:spPr>
          <a:xfrm>
            <a:off x="5336650" y="5817575"/>
            <a:ext cx="7453200" cy="30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788" name="Google Shape;788;p19"/>
          <p:cNvSpPr txBox="1"/>
          <p:nvPr>
            <p:ph idx="2" type="body"/>
          </p:nvPr>
        </p:nvSpPr>
        <p:spPr>
          <a:xfrm>
            <a:off x="742950" y="5817580"/>
            <a:ext cx="4386600" cy="3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grpSp>
        <p:nvGrpSpPr>
          <p:cNvPr id="789" name="Google Shape;789;p19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790" name="Google Shape;790;p19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3" name="Google Shape;793;p19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794" name="Google Shape;794;p1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9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797" name="Google Shape;797;p19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9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9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800" name="Google Shape;800;p19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9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02" name="Google Shape;802;p19"/>
          <p:cNvSpPr/>
          <p:nvPr/>
        </p:nvSpPr>
        <p:spPr>
          <a:xfrm>
            <a:off x="14580281" y="4222181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03" name="Google Shape;803;p19"/>
          <p:cNvGrpSpPr/>
          <p:nvPr/>
        </p:nvGrpSpPr>
        <p:grpSpPr>
          <a:xfrm>
            <a:off x="12072976" y="8575885"/>
            <a:ext cx="5851052" cy="1310243"/>
            <a:chOff x="2" y="-564"/>
            <a:chExt cx="7801403" cy="1746991"/>
          </a:xfrm>
        </p:grpSpPr>
        <p:grpSp>
          <p:nvGrpSpPr>
            <p:cNvPr id="804" name="Google Shape;804;p1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05" name="Google Shape;805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1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808" name="Google Shape;808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0" name="Google Shape;810;p1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811" name="Google Shape;811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3" name="Google Shape;813;p1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814" name="Google Shape;814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6" name="Google Shape;816;p1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817" name="Google Shape;817;p1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1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9" name="Google Shape;819;p1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820" name="Google Shape;820;p1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2" name="Google Shape;822;p1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823" name="Google Shape;823;p1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5" name="Google Shape;825;p1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26" name="Google Shape;826;p1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8" name="Google Shape;828;p1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29" name="Google Shape;829;p1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0"/>
          <p:cNvSpPr txBox="1"/>
          <p:nvPr>
            <p:ph type="title"/>
          </p:nvPr>
        </p:nvSpPr>
        <p:spPr>
          <a:xfrm>
            <a:off x="1002575" y="4737700"/>
            <a:ext cx="16871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833" name="Google Shape;833;p20"/>
          <p:cNvSpPr/>
          <p:nvPr>
            <p:ph idx="2" type="pic"/>
          </p:nvPr>
        </p:nvSpPr>
        <p:spPr>
          <a:xfrm>
            <a:off x="1125547" y="5629275"/>
            <a:ext cx="4245000" cy="3183900"/>
          </a:xfrm>
          <a:prstGeom prst="rect">
            <a:avLst/>
          </a:prstGeom>
          <a:noFill/>
          <a:ln>
            <a:noFill/>
          </a:ln>
        </p:spPr>
      </p:sp>
      <p:sp>
        <p:nvSpPr>
          <p:cNvPr id="834" name="Google Shape;834;p20"/>
          <p:cNvSpPr txBox="1"/>
          <p:nvPr>
            <p:ph idx="1" type="body"/>
          </p:nvPr>
        </p:nvSpPr>
        <p:spPr>
          <a:xfrm>
            <a:off x="6159513" y="60816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sp>
        <p:nvSpPr>
          <p:cNvPr id="835" name="Google Shape;835;p20"/>
          <p:cNvSpPr/>
          <p:nvPr/>
        </p:nvSpPr>
        <p:spPr>
          <a:xfrm>
            <a:off x="14398941" y="5079095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36" name="Google Shape;836;p20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837" name="Google Shape;837;p20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838" name="Google Shape;838;p2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2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0" name="Google Shape;840;p20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841" name="Google Shape;841;p2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2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3" name="Google Shape;843;p20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844" name="Google Shape;844;p20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20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6" name="Google Shape;846;p20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847" name="Google Shape;847;p20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20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9" name="Google Shape;849;p20"/>
          <p:cNvGrpSpPr/>
          <p:nvPr/>
        </p:nvGrpSpPr>
        <p:grpSpPr>
          <a:xfrm rot="10800000">
            <a:off x="8547898" y="480862"/>
            <a:ext cx="5851052" cy="1310243"/>
            <a:chOff x="2" y="-564"/>
            <a:chExt cx="7801403" cy="1746991"/>
          </a:xfrm>
        </p:grpSpPr>
        <p:grpSp>
          <p:nvGrpSpPr>
            <p:cNvPr id="850" name="Google Shape;850;p2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51" name="Google Shape;851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3" name="Google Shape;853;p2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854" name="Google Shape;854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6" name="Google Shape;856;p2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857" name="Google Shape;857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9" name="Google Shape;859;p2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860" name="Google Shape;860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2" name="Google Shape;862;p2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863" name="Google Shape;863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5" name="Google Shape;865;p2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866" name="Google Shape;866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8" name="Google Shape;868;p2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869" name="Google Shape;869;p2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2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1" name="Google Shape;871;p2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72" name="Google Shape;872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4" name="Google Shape;874;p2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75" name="Google Shape;875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7" name="Google Shape;877;p20"/>
          <p:cNvGrpSpPr/>
          <p:nvPr/>
        </p:nvGrpSpPr>
        <p:grpSpPr>
          <a:xfrm rot="10800000">
            <a:off x="12023215" y="8251029"/>
            <a:ext cx="5851052" cy="1310243"/>
            <a:chOff x="2" y="-564"/>
            <a:chExt cx="7801403" cy="1746991"/>
          </a:xfrm>
        </p:grpSpPr>
        <p:grpSp>
          <p:nvGrpSpPr>
            <p:cNvPr id="878" name="Google Shape;878;p2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79" name="Google Shape;879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1" name="Google Shape;881;p2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882" name="Google Shape;882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4" name="Google Shape;884;p2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885" name="Google Shape;885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7" name="Google Shape;887;p2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888" name="Google Shape;888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0" name="Google Shape;890;p2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891" name="Google Shape;891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3" name="Google Shape;893;p2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894" name="Google Shape;894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897" name="Google Shape;897;p2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2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9" name="Google Shape;899;p2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900" name="Google Shape;900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2" name="Google Shape;902;p2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903" name="Google Shape;903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9150" y="1893900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rgbClr val="393A3F"/>
              </a:buClr>
              <a:buSzPts val="12500"/>
              <a:buFont typeface="Anton"/>
              <a:buNone/>
              <a:defRPr i="0" sz="12500" u="none" cap="none" strike="noStrik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72100" y="5060950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238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indent="-3238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»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1"/>
          <p:cNvSpPr txBox="1"/>
          <p:nvPr>
            <p:ph type="title"/>
          </p:nvPr>
        </p:nvSpPr>
        <p:spPr>
          <a:xfrm>
            <a:off x="719150" y="1893900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>
              <a:spcBef>
                <a:spcPts val="0"/>
              </a:spcBef>
              <a:spcAft>
                <a:spcPts val="0"/>
              </a:spcAft>
              <a:buClr>
                <a:srgbClr val="393A3F"/>
              </a:buClr>
              <a:buSzPts val="12500"/>
              <a:buFont typeface="Anton"/>
              <a:buNone/>
              <a:defRPr i="0" sz="12500" u="none" cap="none" strike="noStrik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57" name="Google Shape;457;p11"/>
          <p:cNvSpPr txBox="1"/>
          <p:nvPr>
            <p:ph idx="1" type="body"/>
          </p:nvPr>
        </p:nvSpPr>
        <p:spPr>
          <a:xfrm>
            <a:off x="5172100" y="5060950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238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indent="-3238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indent="-3238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indent="-3238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»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indent="-3238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indent="-3238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indent="-3238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indent="-3238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9" name="Google Shape;909;p21"/>
          <p:cNvGrpSpPr/>
          <p:nvPr/>
        </p:nvGrpSpPr>
        <p:grpSpPr>
          <a:xfrm>
            <a:off x="2852354" y="5398262"/>
            <a:ext cx="12583290" cy="2038534"/>
            <a:chOff x="0" y="-47625"/>
            <a:chExt cx="1719710" cy="378600"/>
          </a:xfrm>
        </p:grpSpPr>
        <p:sp>
          <p:nvSpPr>
            <p:cNvPr id="910" name="Google Shape;910;p2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117100" lIns="117100" spcFirstLastPara="1" rIns="117100" wrap="square" tIns="11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75" lIns="65075" spcFirstLastPara="1" rIns="65075" wrap="square" tIns="650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2" name="Google Shape;912;p21"/>
          <p:cNvGrpSpPr/>
          <p:nvPr/>
        </p:nvGrpSpPr>
        <p:grpSpPr>
          <a:xfrm>
            <a:off x="2329138" y="2734074"/>
            <a:ext cx="13629734" cy="4374269"/>
            <a:chOff x="0" y="-47625"/>
            <a:chExt cx="1719710" cy="378600"/>
          </a:xfrm>
        </p:grpSpPr>
        <p:sp>
          <p:nvSpPr>
            <p:cNvPr id="913" name="Google Shape;913;p2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117100" lIns="117100" spcFirstLastPara="1" rIns="117100" wrap="square" tIns="11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75" lIns="65075" spcFirstLastPara="1" rIns="65075" wrap="square" tIns="650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5" name="Google Shape;915;p21"/>
          <p:cNvGrpSpPr/>
          <p:nvPr/>
        </p:nvGrpSpPr>
        <p:grpSpPr>
          <a:xfrm flipH="1" rot="10800000"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916" name="Google Shape;916;p21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917" name="Google Shape;917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2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9" name="Google Shape;919;p21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920" name="Google Shape;920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2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2" name="Google Shape;922;p21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923" name="Google Shape;923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2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5" name="Google Shape;925;p21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926" name="Google Shape;926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2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8" name="Google Shape;928;p21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929" name="Google Shape;929;p2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2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1" name="Google Shape;931;p21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932" name="Google Shape;932;p2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4" name="Google Shape;934;p21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935" name="Google Shape;935;p2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2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7" name="Google Shape;937;p21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938" name="Google Shape;938;p2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2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0" name="Google Shape;940;p21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941" name="Google Shape;941;p2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2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43" name="Google Shape;943;p21"/>
          <p:cNvSpPr txBox="1"/>
          <p:nvPr/>
        </p:nvSpPr>
        <p:spPr>
          <a:xfrm>
            <a:off x="2692662" y="3763130"/>
            <a:ext cx="12902700" cy="29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 Bytes - Week 6 Review and CYOA2</a:t>
            </a:r>
            <a:endParaRPr sz="9500"/>
          </a:p>
        </p:txBody>
      </p:sp>
      <p:pic>
        <p:nvPicPr>
          <p:cNvPr id="944" name="Google Shape;9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11200" y="55306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9" name="Google Shape;949;p22"/>
          <p:cNvGrpSpPr/>
          <p:nvPr/>
        </p:nvGrpSpPr>
        <p:grpSpPr>
          <a:xfrm>
            <a:off x="844802" y="3560624"/>
            <a:ext cx="2065565" cy="1437158"/>
            <a:chOff x="0" y="-47625"/>
            <a:chExt cx="544017" cy="378511"/>
          </a:xfrm>
        </p:grpSpPr>
        <p:sp>
          <p:nvSpPr>
            <p:cNvPr id="950" name="Google Shape;950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2" name="Google Shape;952;p22"/>
          <p:cNvGrpSpPr/>
          <p:nvPr/>
        </p:nvGrpSpPr>
        <p:grpSpPr>
          <a:xfrm>
            <a:off x="9582975" y="3560624"/>
            <a:ext cx="2065565" cy="1437158"/>
            <a:chOff x="0" y="-47625"/>
            <a:chExt cx="544017" cy="378511"/>
          </a:xfrm>
        </p:grpSpPr>
        <p:sp>
          <p:nvSpPr>
            <p:cNvPr id="953" name="Google Shape;953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5" name="Google Shape;955;p22"/>
          <p:cNvGrpSpPr/>
          <p:nvPr/>
        </p:nvGrpSpPr>
        <p:grpSpPr>
          <a:xfrm>
            <a:off x="756077" y="5512457"/>
            <a:ext cx="2065578" cy="1437168"/>
            <a:chOff x="0" y="-47625"/>
            <a:chExt cx="544017" cy="378511"/>
          </a:xfrm>
        </p:grpSpPr>
        <p:sp>
          <p:nvSpPr>
            <p:cNvPr id="956" name="Google Shape;956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8" name="Google Shape;958;p22"/>
          <p:cNvGrpSpPr/>
          <p:nvPr/>
        </p:nvGrpSpPr>
        <p:grpSpPr>
          <a:xfrm>
            <a:off x="954377" y="3384557"/>
            <a:ext cx="2065565" cy="1437158"/>
            <a:chOff x="0" y="-47625"/>
            <a:chExt cx="544017" cy="378511"/>
          </a:xfrm>
        </p:grpSpPr>
        <p:sp>
          <p:nvSpPr>
            <p:cNvPr id="959" name="Google Shape;959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1" name="Google Shape;961;p22"/>
          <p:cNvGrpSpPr/>
          <p:nvPr/>
        </p:nvGrpSpPr>
        <p:grpSpPr>
          <a:xfrm>
            <a:off x="9692551" y="3384557"/>
            <a:ext cx="2065565" cy="1437158"/>
            <a:chOff x="0" y="-47625"/>
            <a:chExt cx="544017" cy="378511"/>
          </a:xfrm>
        </p:grpSpPr>
        <p:sp>
          <p:nvSpPr>
            <p:cNvPr id="962" name="Google Shape;962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4" name="Google Shape;964;p22"/>
          <p:cNvGrpSpPr/>
          <p:nvPr/>
        </p:nvGrpSpPr>
        <p:grpSpPr>
          <a:xfrm>
            <a:off x="865652" y="5336390"/>
            <a:ext cx="2065578" cy="1437168"/>
            <a:chOff x="0" y="-47625"/>
            <a:chExt cx="544017" cy="378511"/>
          </a:xfrm>
        </p:grpSpPr>
        <p:sp>
          <p:nvSpPr>
            <p:cNvPr id="965" name="Google Shape;965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7" name="Google Shape;967;p22"/>
          <p:cNvGrpSpPr/>
          <p:nvPr/>
        </p:nvGrpSpPr>
        <p:grpSpPr>
          <a:xfrm>
            <a:off x="756077" y="7487966"/>
            <a:ext cx="2065578" cy="1437168"/>
            <a:chOff x="0" y="-47625"/>
            <a:chExt cx="544017" cy="378511"/>
          </a:xfrm>
        </p:grpSpPr>
        <p:sp>
          <p:nvSpPr>
            <p:cNvPr id="968" name="Google Shape;968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0" name="Google Shape;970;p22"/>
          <p:cNvGrpSpPr/>
          <p:nvPr/>
        </p:nvGrpSpPr>
        <p:grpSpPr>
          <a:xfrm>
            <a:off x="865652" y="7311898"/>
            <a:ext cx="2065578" cy="1437168"/>
            <a:chOff x="0" y="-47625"/>
            <a:chExt cx="544017" cy="378511"/>
          </a:xfrm>
        </p:grpSpPr>
        <p:sp>
          <p:nvSpPr>
            <p:cNvPr id="971" name="Google Shape;971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3" name="Google Shape;973;p22"/>
          <p:cNvGrpSpPr/>
          <p:nvPr/>
        </p:nvGrpSpPr>
        <p:grpSpPr>
          <a:xfrm>
            <a:off x="12246827" y="110435"/>
            <a:ext cx="5851054" cy="1309820"/>
            <a:chOff x="0" y="0"/>
            <a:chExt cx="7801405" cy="1746426"/>
          </a:xfrm>
        </p:grpSpPr>
        <p:grpSp>
          <p:nvGrpSpPr>
            <p:cNvPr id="974" name="Google Shape;974;p22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975" name="Google Shape;975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2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7" name="Google Shape;977;p22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978" name="Google Shape;978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0" name="Google Shape;980;p22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981" name="Google Shape;981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3" name="Google Shape;983;p22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984" name="Google Shape;984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2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6" name="Google Shape;986;p22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987" name="Google Shape;987;p2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22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9" name="Google Shape;989;p22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990" name="Google Shape;990;p2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2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2" name="Google Shape;992;p22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993" name="Google Shape;993;p22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2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5" name="Google Shape;995;p22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996" name="Google Shape;996;p2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2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8" name="Google Shape;998;p22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999" name="Google Shape;999;p2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2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01" name="Google Shape;1001;p22"/>
          <p:cNvSpPr txBox="1"/>
          <p:nvPr/>
        </p:nvSpPr>
        <p:spPr>
          <a:xfrm>
            <a:off x="3499464" y="3758157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Pop Quiz???</a:t>
            </a:r>
            <a:endParaRPr sz="6000"/>
          </a:p>
        </p:txBody>
      </p:sp>
      <p:sp>
        <p:nvSpPr>
          <p:cNvPr id="1002" name="Google Shape;1002;p22"/>
          <p:cNvSpPr txBox="1"/>
          <p:nvPr/>
        </p:nvSpPr>
        <p:spPr>
          <a:xfrm>
            <a:off x="12347188" y="3829425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CYOA 2?</a:t>
            </a:r>
            <a:endParaRPr sz="6000"/>
          </a:p>
        </p:txBody>
      </p:sp>
      <p:sp>
        <p:nvSpPr>
          <p:cNvPr id="1003" name="Google Shape;1003;p22"/>
          <p:cNvSpPr txBox="1"/>
          <p:nvPr/>
        </p:nvSpPr>
        <p:spPr>
          <a:xfrm>
            <a:off x="890224" y="907938"/>
            <a:ext cx="12446871" cy="1904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0" u="none" cap="none" strike="noStrik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  <a:endParaRPr/>
          </a:p>
        </p:txBody>
      </p:sp>
      <p:sp>
        <p:nvSpPr>
          <p:cNvPr id="1004" name="Google Shape;1004;p22"/>
          <p:cNvSpPr txBox="1"/>
          <p:nvPr/>
        </p:nvSpPr>
        <p:spPr>
          <a:xfrm>
            <a:off x="1534081" y="3617752"/>
            <a:ext cx="14859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sp>
        <p:nvSpPr>
          <p:cNvPr id="1005" name="Google Shape;1005;p22"/>
          <p:cNvSpPr txBox="1"/>
          <p:nvPr/>
        </p:nvSpPr>
        <p:spPr>
          <a:xfrm>
            <a:off x="10272255" y="3617752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sp>
        <p:nvSpPr>
          <p:cNvPr id="1006" name="Google Shape;1006;p22"/>
          <p:cNvSpPr txBox="1"/>
          <p:nvPr/>
        </p:nvSpPr>
        <p:spPr>
          <a:xfrm>
            <a:off x="1445356" y="5538477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1007" name="Google Shape;1007;p22"/>
          <p:cNvSpPr txBox="1"/>
          <p:nvPr/>
        </p:nvSpPr>
        <p:spPr>
          <a:xfrm>
            <a:off x="3482500" y="7689250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CYOA 2</a:t>
            </a:r>
            <a:endParaRPr sz="6000"/>
          </a:p>
        </p:txBody>
      </p:sp>
      <p:sp>
        <p:nvSpPr>
          <p:cNvPr id="1008" name="Google Shape;1008;p22"/>
          <p:cNvSpPr txBox="1"/>
          <p:nvPr/>
        </p:nvSpPr>
        <p:spPr>
          <a:xfrm>
            <a:off x="1445356" y="7545094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1009" name="Google Shape;1009;p22"/>
          <p:cNvSpPr txBox="1"/>
          <p:nvPr/>
        </p:nvSpPr>
        <p:spPr>
          <a:xfrm>
            <a:off x="3427701" y="5769325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HW Check + Recap</a:t>
            </a:r>
            <a:endParaRPr sz="6000"/>
          </a:p>
        </p:txBody>
      </p:sp>
      <p:sp>
        <p:nvSpPr>
          <p:cNvPr id="1010" name="Google Shape;1010;p22"/>
          <p:cNvSpPr txBox="1"/>
          <p:nvPr/>
        </p:nvSpPr>
        <p:spPr>
          <a:xfrm>
            <a:off x="10327031" y="5463415"/>
            <a:ext cx="148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2"/>
          <p:cNvSpPr txBox="1"/>
          <p:nvPr/>
        </p:nvSpPr>
        <p:spPr>
          <a:xfrm>
            <a:off x="12370351" y="5769338"/>
            <a:ext cx="5604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/>
          </a:p>
        </p:txBody>
      </p:sp>
      <p:sp>
        <p:nvSpPr>
          <p:cNvPr id="1012" name="Google Shape;1012;p22"/>
          <p:cNvSpPr txBox="1"/>
          <p:nvPr/>
        </p:nvSpPr>
        <p:spPr>
          <a:xfrm>
            <a:off x="10327031" y="764726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6</a:t>
            </a:r>
            <a:endParaRPr/>
          </a:p>
        </p:txBody>
      </p:sp>
      <p:sp>
        <p:nvSpPr>
          <p:cNvPr id="1013" name="Google Shape;1013;p22"/>
          <p:cNvSpPr txBox="1"/>
          <p:nvPr/>
        </p:nvSpPr>
        <p:spPr>
          <a:xfrm>
            <a:off x="12309376" y="7896275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/>
          </a:p>
        </p:txBody>
      </p:sp>
      <p:pic>
        <p:nvPicPr>
          <p:cNvPr id="1014" name="Google Shape;10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0350" y="5336406"/>
            <a:ext cx="3483876" cy="4645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" fill="hold"/>
                                        <p:tgtEl>
                                          <p:spTgt spid="10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" fill="hold"/>
                                        <p:tgtEl>
                                          <p:spTgt spid="10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" fill="hold"/>
                                        <p:tgtEl>
                                          <p:spTgt spid="10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9" name="Google Shape;1019;p23"/>
          <p:cNvGrpSpPr/>
          <p:nvPr/>
        </p:nvGrpSpPr>
        <p:grpSpPr>
          <a:xfrm>
            <a:off x="12246828" y="110012"/>
            <a:ext cx="5851052" cy="1310243"/>
            <a:chOff x="2" y="-564"/>
            <a:chExt cx="7801403" cy="1746991"/>
          </a:xfrm>
        </p:grpSpPr>
        <p:grpSp>
          <p:nvGrpSpPr>
            <p:cNvPr id="1020" name="Google Shape;1020;p2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021" name="Google Shape;1021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3" name="Google Shape;1023;p2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024" name="Google Shape;1024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6" name="Google Shape;1026;p2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027" name="Google Shape;1027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9" name="Google Shape;1029;p2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030" name="Google Shape;1030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2" name="Google Shape;1032;p2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033" name="Google Shape;1033;p2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5" name="Google Shape;1035;p2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36" name="Google Shape;1036;p2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8" name="Google Shape;1038;p2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39" name="Google Shape;1039;p2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1" name="Google Shape;1041;p2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42" name="Google Shape;1042;p2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2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4" name="Google Shape;1044;p2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045" name="Google Shape;1045;p2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47" name="Google Shape;1047;p23"/>
          <p:cNvSpPr txBox="1"/>
          <p:nvPr/>
        </p:nvSpPr>
        <p:spPr>
          <a:xfrm>
            <a:off x="890213" y="3922250"/>
            <a:ext cx="5604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no pop quiz</a:t>
            </a:r>
            <a:endParaRPr sz="6000">
              <a:solidFill>
                <a:srgbClr val="393A3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long refresher!</a:t>
            </a:r>
            <a:endParaRPr sz="6000">
              <a:solidFill>
                <a:srgbClr val="393A3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48" name="Google Shape;1048;p23"/>
          <p:cNvSpPr txBox="1"/>
          <p:nvPr/>
        </p:nvSpPr>
        <p:spPr>
          <a:xfrm>
            <a:off x="890224" y="907938"/>
            <a:ext cx="124470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nah it was a joke</a:t>
            </a:r>
            <a:endParaRPr/>
          </a:p>
        </p:txBody>
      </p:sp>
      <p:sp>
        <p:nvSpPr>
          <p:cNvPr id="1049" name="Google Shape;1049;p23"/>
          <p:cNvSpPr txBox="1"/>
          <p:nvPr/>
        </p:nvSpPr>
        <p:spPr>
          <a:xfrm>
            <a:off x="6642824" y="8218025"/>
            <a:ext cx="8295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can you find the 6 cats?</a:t>
            </a:r>
            <a:endParaRPr sz="5900"/>
          </a:p>
        </p:txBody>
      </p:sp>
      <p:sp>
        <p:nvSpPr>
          <p:cNvPr id="1050" name="Google Shape;1050;p23"/>
          <p:cNvSpPr txBox="1"/>
          <p:nvPr/>
        </p:nvSpPr>
        <p:spPr>
          <a:xfrm>
            <a:off x="12309376" y="7896275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/>
          </a:p>
        </p:txBody>
      </p:sp>
      <p:pic>
        <p:nvPicPr>
          <p:cNvPr id="1051" name="Google Shape;10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064314">
            <a:off x="11781925" y="4633675"/>
            <a:ext cx="1822425" cy="182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31525" y="684800"/>
            <a:ext cx="589175" cy="58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8875" y="1685738"/>
            <a:ext cx="368325" cy="3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225" y="6055925"/>
            <a:ext cx="4061201" cy="406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8300" y="8218025"/>
            <a:ext cx="815350" cy="8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31525" y="9701600"/>
            <a:ext cx="1258725" cy="12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24"/>
          <p:cNvSpPr/>
          <p:nvPr/>
        </p:nvSpPr>
        <p:spPr>
          <a:xfrm>
            <a:off x="1521375" y="6667425"/>
            <a:ext cx="9278400" cy="12930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062" name="Google Shape;1062;p24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063" name="Google Shape;1063;p2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5" name="Google Shape;1065;p24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066" name="Google Shape;1066;p2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8" name="Google Shape;1068;p24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Quick? Refresher</a:t>
            </a:r>
            <a:endParaRPr sz="10000"/>
          </a:p>
        </p:txBody>
      </p:sp>
      <p:sp>
        <p:nvSpPr>
          <p:cNvPr id="1069" name="Google Shape;1069;p24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070" name="Google Shape;1070;p24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071" name="Google Shape;1071;p2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072" name="Google Shape;1072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4" name="Google Shape;1074;p2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075" name="Google Shape;1075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7" name="Google Shape;1077;p2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078" name="Google Shape;1078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0" name="Google Shape;1080;p2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081" name="Google Shape;1081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3" name="Google Shape;1083;p2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084" name="Google Shape;1084;p2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6" name="Google Shape;1086;p2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87" name="Google Shape;1087;p2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9" name="Google Shape;1089;p2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90" name="Google Shape;1090;p2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2" name="Google Shape;1092;p2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93" name="Google Shape;1093;p2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5" name="Google Shape;1095;p2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096" name="Google Shape;1096;p2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98" name="Google Shape;1098;p24"/>
          <p:cNvSpPr txBox="1"/>
          <p:nvPr/>
        </p:nvSpPr>
        <p:spPr>
          <a:xfrm>
            <a:off x="1136100" y="3044250"/>
            <a:ext cx="17032200" cy="18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 What is a float?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099" name="Google Shape;1099;p24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100" name="Google Shape;1100;p24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101" name="Google Shape;1101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3" name="Google Shape;1103;p24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6" name="Google Shape;1106;p24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107" name="Google Shape;1107;p24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108" name="Google Shape;1108;p24"/>
          <p:cNvGrpSpPr/>
          <p:nvPr/>
        </p:nvGrpSpPr>
        <p:grpSpPr>
          <a:xfrm>
            <a:off x="1711049" y="6676813"/>
            <a:ext cx="11055450" cy="1293000"/>
            <a:chOff x="1729374" y="7641238"/>
            <a:chExt cx="11055450" cy="1293000"/>
          </a:xfrm>
        </p:grpSpPr>
        <p:grpSp>
          <p:nvGrpSpPr>
            <p:cNvPr id="1109" name="Google Shape;1109;p24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110" name="Google Shape;1110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2" name="Google Shape;1112;p24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113" name="Google Shape;1113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5" name="Google Shape;1115;p24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116" name="Google Shape;1116;p24"/>
            <p:cNvSpPr txBox="1"/>
            <p:nvPr/>
          </p:nvSpPr>
          <p:spPr>
            <a:xfrm>
              <a:off x="3012924" y="7641238"/>
              <a:ext cx="97719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 data type of decimal point numbers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117" name="Google Shape;1117;p24"/>
          <p:cNvGrpSpPr/>
          <p:nvPr/>
        </p:nvGrpSpPr>
        <p:grpSpPr>
          <a:xfrm>
            <a:off x="1711049" y="5188988"/>
            <a:ext cx="15884852" cy="1293000"/>
            <a:chOff x="1729374" y="3864263"/>
            <a:chExt cx="15884852" cy="1293000"/>
          </a:xfrm>
        </p:grpSpPr>
        <p:grpSp>
          <p:nvGrpSpPr>
            <p:cNvPr id="1118" name="Google Shape;1118;p24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119" name="Google Shape;1119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1" name="Google Shape;1121;p24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122" name="Google Shape;1122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24" name="Google Shape;1124;p24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125" name="Google Shape;1125;p24"/>
            <p:cNvSpPr txBox="1"/>
            <p:nvPr/>
          </p:nvSpPr>
          <p:spPr>
            <a:xfrm>
              <a:off x="3012926" y="3864263"/>
              <a:ext cx="146013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 data type of numbers with 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16 bits of memory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126" name="Google Shape;1126;p24"/>
          <p:cNvGrpSpPr/>
          <p:nvPr/>
        </p:nvGrpSpPr>
        <p:grpSpPr>
          <a:xfrm>
            <a:off x="1695649" y="8351763"/>
            <a:ext cx="15531252" cy="1293000"/>
            <a:chOff x="1729374" y="7641238"/>
            <a:chExt cx="15531252" cy="1293000"/>
          </a:xfrm>
        </p:grpSpPr>
        <p:grpSp>
          <p:nvGrpSpPr>
            <p:cNvPr id="1127" name="Google Shape;1127;p24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128" name="Google Shape;1128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0" name="Google Shape;1130;p24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131" name="Google Shape;1131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3" name="Google Shape;1133;p24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134" name="Google Shape;1134;p24"/>
            <p:cNvSpPr txBox="1"/>
            <p:nvPr/>
          </p:nvSpPr>
          <p:spPr>
            <a:xfrm>
              <a:off x="3028326" y="7641238"/>
              <a:ext cx="142323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 data type that is pre-defined and you can modify later on in code – a preset.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1135" name="Google Shape;1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4600" y="4026425"/>
            <a:ext cx="829676" cy="82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5"/>
          <p:cNvSpPr/>
          <p:nvPr/>
        </p:nvSpPr>
        <p:spPr>
          <a:xfrm>
            <a:off x="1621650" y="5315325"/>
            <a:ext cx="42048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141" name="Google Shape;1141;p25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142" name="Google Shape;1142;p2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4" name="Google Shape;1144;p25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145" name="Google Shape;1145;p2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7" name="Google Shape;1147;p25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148" name="Google Shape;1148;p25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149" name="Google Shape;1149;p2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2" name="Google Shape;1152;p2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153" name="Google Shape;1153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5" name="Google Shape;1155;p2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156" name="Google Shape;1156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8" name="Google Shape;1158;p2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159" name="Google Shape;1159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1" name="Google Shape;1161;p2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162" name="Google Shape;1162;p2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4" name="Google Shape;1164;p2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165" name="Google Shape;1165;p2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7" name="Google Shape;1167;p2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168" name="Google Shape;1168;p2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0" name="Google Shape;1170;p2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171" name="Google Shape;1171;p2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3" name="Google Shape;1173;p2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174" name="Google Shape;1174;p2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76" name="Google Shape;1176;p25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What is the result? (Trick trick question)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177" name="Google Shape;1177;p25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178" name="Google Shape;1178;p25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179" name="Google Shape;1179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1" name="Google Shape;1181;p25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182" name="Google Shape;1182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4" name="Google Shape;1184;p25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185" name="Google Shape;1185;p25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Hi guys! My name is:Joey2546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186" name="Google Shape;1186;p25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187" name="Google Shape;1187;p25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188" name="Google Shape;1188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0" name="Google Shape;1190;p25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191" name="Google Shape;1191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3" name="Google Shape;1193;p25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194" name="Google Shape;1194;p25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Joey2546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195" name="Google Shape;1195;p25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196" name="Google Shape;1196;p25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197" name="Google Shape;1197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9" name="Google Shape;1199;p25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200" name="Google Shape;1200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2" name="Google Shape;1202;p25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203" name="Google Shape;1203;p25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TypeError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204" name="Google Shape;1204;p25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205" name="Google Shape;1205;p25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206" name="Google Shape;1206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8" name="Google Shape;1208;p25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209" name="Google Shape;1209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1" name="Google Shape;1211;p25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212" name="Google Shape;1212;p25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SyntaxError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213" name="Google Shape;1213;p25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        </a:t>
            </a: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 Refresher</a:t>
            </a:r>
            <a:endParaRPr sz="10000"/>
          </a:p>
        </p:txBody>
      </p:sp>
      <p:pic>
        <p:nvPicPr>
          <p:cNvPr id="1214" name="Google Shape;12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5775" y="713288"/>
            <a:ext cx="1629325" cy="162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59550" y="5350776"/>
            <a:ext cx="6908750" cy="24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26"/>
          <p:cNvSpPr/>
          <p:nvPr/>
        </p:nvSpPr>
        <p:spPr>
          <a:xfrm>
            <a:off x="1578300" y="3921200"/>
            <a:ext cx="5279700" cy="10920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221" name="Google Shape;1221;p26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222" name="Google Shape;1222;p2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4" name="Google Shape;1224;p26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225" name="Google Shape;1225;p2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7" name="Google Shape;1227;p26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228" name="Google Shape;1228;p26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229" name="Google Shape;1229;p2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230" name="Google Shape;1230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2" name="Google Shape;1232;p2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233" name="Google Shape;1233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5" name="Google Shape;1235;p2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236" name="Google Shape;1236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8" name="Google Shape;1238;p2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239" name="Google Shape;1239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1" name="Google Shape;1241;p2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242" name="Google Shape;1242;p2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2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4" name="Google Shape;1244;p2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245" name="Google Shape;1245;p2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2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7" name="Google Shape;1247;p2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248" name="Google Shape;1248;p2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2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0" name="Google Shape;1250;p2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251" name="Google Shape;1251;p2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2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3" name="Google Shape;1253;p2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254" name="Google Shape;1254;p2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2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56" name="Google Shape;1256;p26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What will be the output?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257" name="Google Shape;1257;p26"/>
          <p:cNvGrpSpPr/>
          <p:nvPr/>
        </p:nvGrpSpPr>
        <p:grpSpPr>
          <a:xfrm>
            <a:off x="1729374" y="4023076"/>
            <a:ext cx="13997826" cy="829665"/>
            <a:chOff x="1729374" y="4023076"/>
            <a:chExt cx="13997826" cy="829665"/>
          </a:xfrm>
        </p:grpSpPr>
        <p:grpSp>
          <p:nvGrpSpPr>
            <p:cNvPr id="1258" name="Google Shape;1258;p26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259" name="Google Shape;1259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1" name="Google Shape;1261;p26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262" name="Google Shape;1262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4" name="Google Shape;1264;p26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265" name="Google Shape;1265;p26"/>
            <p:cNvSpPr txBox="1"/>
            <p:nvPr/>
          </p:nvSpPr>
          <p:spPr>
            <a:xfrm>
              <a:off x="2983200" y="4115800"/>
              <a:ext cx="127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‘0 2 4 6 8 10’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266" name="Google Shape;1266;p26"/>
          <p:cNvGrpSpPr/>
          <p:nvPr/>
        </p:nvGrpSpPr>
        <p:grpSpPr>
          <a:xfrm>
            <a:off x="1711049" y="6969210"/>
            <a:ext cx="12906122" cy="829665"/>
            <a:chOff x="1729374" y="7781235"/>
            <a:chExt cx="12906122" cy="829665"/>
          </a:xfrm>
        </p:grpSpPr>
        <p:grpSp>
          <p:nvGrpSpPr>
            <p:cNvPr id="1267" name="Google Shape;1267;p26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268" name="Google Shape;1268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0" name="Google Shape;1270;p26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271" name="Google Shape;1271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3" name="Google Shape;1273;p26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274" name="Google Shape;1274;p26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‘2 4 6 8’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275" name="Google Shape;1275;p26"/>
          <p:cNvGrpSpPr/>
          <p:nvPr/>
        </p:nvGrpSpPr>
        <p:grpSpPr>
          <a:xfrm>
            <a:off x="1711049" y="5576401"/>
            <a:ext cx="15855127" cy="829665"/>
            <a:chOff x="1729374" y="4023076"/>
            <a:chExt cx="15855127" cy="829665"/>
          </a:xfrm>
        </p:grpSpPr>
        <p:grpSp>
          <p:nvGrpSpPr>
            <p:cNvPr id="1276" name="Google Shape;1276;p26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277" name="Google Shape;1277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9" name="Google Shape;1279;p26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280" name="Google Shape;1280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82" name="Google Shape;1282;p26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283" name="Google Shape;1283;p26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‘0 1 2 3 4 5 6 7 8 9 10 11’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284" name="Google Shape;1284;p26"/>
          <p:cNvGrpSpPr/>
          <p:nvPr/>
        </p:nvGrpSpPr>
        <p:grpSpPr>
          <a:xfrm>
            <a:off x="1695649" y="8644160"/>
            <a:ext cx="15486127" cy="829665"/>
            <a:chOff x="1729374" y="7781235"/>
            <a:chExt cx="15486127" cy="829665"/>
          </a:xfrm>
        </p:grpSpPr>
        <p:grpSp>
          <p:nvGrpSpPr>
            <p:cNvPr id="1285" name="Google Shape;1285;p26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286" name="Google Shape;1286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8" name="Google Shape;1288;p26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289" name="Google Shape;1289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1" name="Google Shape;1291;p26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292" name="Google Shape;1292;p26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‘2’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293" name="Google Shape;1293;p26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Long</a:t>
            </a: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 Refresher</a:t>
            </a:r>
            <a:endParaRPr sz="10000"/>
          </a:p>
        </p:txBody>
      </p:sp>
      <p:pic>
        <p:nvPicPr>
          <p:cNvPr id="1294" name="Google Shape;129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4425" y="6145400"/>
            <a:ext cx="5959925" cy="20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27"/>
          <p:cNvSpPr/>
          <p:nvPr/>
        </p:nvSpPr>
        <p:spPr>
          <a:xfrm>
            <a:off x="1502025" y="8202425"/>
            <a:ext cx="25533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300" name="Google Shape;1300;p27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301" name="Google Shape;1301;p2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3" name="Google Shape;1303;p27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304" name="Google Shape;1304;p2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6" name="Google Shape;1306;p27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307" name="Google Shape;1307;p27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308" name="Google Shape;1308;p2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309" name="Google Shape;1309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2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1" name="Google Shape;1311;p2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312" name="Google Shape;1312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2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4" name="Google Shape;1314;p2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315" name="Google Shape;1315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2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7" name="Google Shape;1317;p2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318" name="Google Shape;1318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2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0" name="Google Shape;1320;p2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321" name="Google Shape;1321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2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3" name="Google Shape;1323;p2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324" name="Google Shape;1324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2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6" name="Google Shape;1326;p2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327" name="Google Shape;1327;p2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9" name="Google Shape;1329;p2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330" name="Google Shape;1330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2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2" name="Google Shape;1332;p2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333" name="Google Shape;1333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2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5" name="Google Shape;1335;p27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What is (2//4)**(8%6) + 2?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336" name="Google Shape;1336;p27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337" name="Google Shape;1337;p27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338" name="Google Shape;1338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0" name="Google Shape;1340;p27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341" name="Google Shape;1341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3" name="Google Shape;1343;p27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344" name="Google Shape;1344;p27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6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345" name="Google Shape;1345;p27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346" name="Google Shape;1346;p27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347" name="Google Shape;1347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9" name="Google Shape;1349;p27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350" name="Google Shape;1350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52" name="Google Shape;1352;p27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353" name="Google Shape;1353;p27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2.25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354" name="Google Shape;1354;p27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355" name="Google Shape;1355;p27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356" name="Google Shape;1356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8" name="Google Shape;1358;p27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359" name="Google Shape;1359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61" name="Google Shape;1361;p27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362" name="Google Shape;1362;p27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banana (idk?)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363" name="Google Shape;1363;p27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364" name="Google Shape;1364;p27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365" name="Google Shape;1365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7" name="Google Shape;1367;p27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368" name="Google Shape;1368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70" name="Google Shape;1370;p27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371" name="Google Shape;1371;p27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0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372" name="Google Shape;1372;p27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Refresher.</a:t>
            </a:r>
            <a:endParaRPr sz="10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28"/>
          <p:cNvSpPr/>
          <p:nvPr/>
        </p:nvSpPr>
        <p:spPr>
          <a:xfrm>
            <a:off x="1502025" y="8202425"/>
            <a:ext cx="42993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378" name="Google Shape;1378;p28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379" name="Google Shape;1379;p2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1" name="Google Shape;1381;p28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382" name="Google Shape;1382;p2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4" name="Google Shape;1384;p28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385" name="Google Shape;1385;p28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386" name="Google Shape;1386;p2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387" name="Google Shape;1387;p2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2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9" name="Google Shape;1389;p2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390" name="Google Shape;1390;p2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2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2" name="Google Shape;1392;p2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393" name="Google Shape;1393;p2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2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5" name="Google Shape;1395;p2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396" name="Google Shape;1396;p2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2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8" name="Google Shape;1398;p2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399" name="Google Shape;1399;p2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2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1" name="Google Shape;1401;p2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4" name="Google Shape;1404;p2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405" name="Google Shape;1405;p2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2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7" name="Google Shape;1407;p2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408" name="Google Shape;1408;p2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0" name="Google Shape;1410;p2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411" name="Google Shape;1411;p2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2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13" name="Google Shape;1413;p28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What number(s) are outputted?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414" name="Google Shape;1414;p28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415" name="Google Shape;1415;p28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416" name="Google Shape;1416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8" name="Google Shape;1418;p28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419" name="Google Shape;1419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1" name="Google Shape;1421;p28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422" name="Google Shape;1422;p28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4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423" name="Google Shape;1423;p28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424" name="Google Shape;1424;p28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425" name="Google Shape;1425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7" name="Google Shape;1427;p28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428" name="Google Shape;1428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0" name="Google Shape;1430;p28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431" name="Google Shape;1431;p28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0, 1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432" name="Google Shape;1432;p28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433" name="Google Shape;1433;p28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434" name="Google Shape;1434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6" name="Google Shape;1436;p28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437" name="Google Shape;1437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9" name="Google Shape;1439;p28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440" name="Google Shape;1440;p28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5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441" name="Google Shape;1441;p28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442" name="Google Shape;1442;p28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443" name="Google Shape;1443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5" name="Google Shape;1445;p28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446" name="Google Shape;1446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8" name="Google Shape;1448;p28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449" name="Google Shape;1449;p28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3, 4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450" name="Google Shape;1450;p28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pic>
        <p:nvPicPr>
          <p:cNvPr id="1451" name="Google Shape;14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1325" y="4023075"/>
            <a:ext cx="12367000" cy="374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29"/>
          <p:cNvSpPr/>
          <p:nvPr/>
        </p:nvSpPr>
        <p:spPr>
          <a:xfrm>
            <a:off x="1576800" y="3952163"/>
            <a:ext cx="33558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457" name="Google Shape;1457;p29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458" name="Google Shape;1458;p2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0" name="Google Shape;1460;p29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461" name="Google Shape;1461;p2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3" name="Google Shape;1463;p29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464" name="Google Shape;1464;p29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465" name="Google Shape;1465;p2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66" name="Google Shape;1466;p2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1" name="Google Shape;1471;p2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4" name="Google Shape;1474;p2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475" name="Google Shape;1475;p2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2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7" name="Google Shape;1477;p2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478" name="Google Shape;1478;p2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2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0" name="Google Shape;1480;p2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481" name="Google Shape;1481;p2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2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3" name="Google Shape;1483;p2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484" name="Google Shape;1484;p2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2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6" name="Google Shape;1486;p2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487" name="Google Shape;1487;p2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2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9" name="Google Shape;1489;p2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490" name="Google Shape;1490;p2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2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92" name="Google Shape;1492;p29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What is the result? Hint: Alphabetical compare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493" name="Google Shape;1493;p29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494" name="Google Shape;1494;p29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495" name="Google Shape;1495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7" name="Google Shape;1497;p29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498" name="Google Shape;1498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0" name="Google Shape;1500;p29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501" name="Google Shape;1501;p29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False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02" name="Google Shape;1502;p29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503" name="Google Shape;1503;p29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504" name="Google Shape;1504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6" name="Google Shape;1506;p29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507" name="Google Shape;1507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9" name="Google Shape;1509;p29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510" name="Google Shape;1510;p29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Frue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11" name="Google Shape;1511;p29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512" name="Google Shape;1512;p29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513" name="Google Shape;1513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5" name="Google Shape;1515;p29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516" name="Google Shape;1516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8" name="Google Shape;1518;p29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519" name="Google Shape;1519;p29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True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20" name="Google Shape;1520;p29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521" name="Google Shape;1521;p29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522" name="Google Shape;1522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4" name="Google Shape;1524;p29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525" name="Google Shape;1525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7" name="Google Shape;1527;p29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528" name="Google Shape;1528;p29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Tralse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529" name="Google Shape;1529;p29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Refreshments</a:t>
            </a:r>
            <a:endParaRPr sz="10000"/>
          </a:p>
        </p:txBody>
      </p:sp>
      <p:pic>
        <p:nvPicPr>
          <p:cNvPr id="1530" name="Google Shape;15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625" y="7551550"/>
            <a:ext cx="13467692" cy="10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30"/>
          <p:cNvSpPr/>
          <p:nvPr/>
        </p:nvSpPr>
        <p:spPr>
          <a:xfrm>
            <a:off x="1502025" y="8202425"/>
            <a:ext cx="23223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536" name="Google Shape;1536;p30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537" name="Google Shape;1537;p3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9" name="Google Shape;1539;p30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540" name="Google Shape;1540;p3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2" name="Google Shape;1542;p30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543" name="Google Shape;1543;p30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544" name="Google Shape;1544;p3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545" name="Google Shape;1545;p3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3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7" name="Google Shape;1547;p3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548" name="Google Shape;1548;p3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3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0" name="Google Shape;1550;p3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551" name="Google Shape;1551;p3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3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3" name="Google Shape;1553;p3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554" name="Google Shape;1554;p3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3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6" name="Google Shape;1556;p3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557" name="Google Shape;1557;p3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9" name="Google Shape;1559;p3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560" name="Google Shape;1560;p3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2" name="Google Shape;1562;p3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563" name="Google Shape;1563;p3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3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5" name="Google Shape;1565;p3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566" name="Google Shape;1566;p3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8" name="Google Shape;1568;p3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569" name="Google Shape;1569;p3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71" name="Google Shape;1571;p30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What will be the output? Let , mean new line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572" name="Google Shape;1572;p30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573" name="Google Shape;1573;p30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574" name="Google Shape;1574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6" name="Google Shape;1576;p30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577" name="Google Shape;1577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79" name="Google Shape;1579;p30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580" name="Google Shape;1580;p30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3, 4, 4, 5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81" name="Google Shape;1581;p30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582" name="Google Shape;1582;p30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583" name="Google Shape;1583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5" name="Google Shape;1585;p30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586" name="Google Shape;1586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88" name="Google Shape;1588;p30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589" name="Google Shape;1589;p30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8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90" name="Google Shape;1590;p30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591" name="Google Shape;1591;p30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592" name="Google Shape;1592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4" name="Google Shape;1594;p30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595" name="Google Shape;1595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97" name="Google Shape;1597;p30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598" name="Google Shape;1598;p30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1, 2, 2, 3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99" name="Google Shape;1599;p30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600" name="Google Shape;1600;p30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601" name="Google Shape;1601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03" name="Google Shape;1603;p30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604" name="Google Shape;1604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06" name="Google Shape;1606;p30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607" name="Google Shape;1607;p30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608" name="Google Shape;1608;p30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Ranger</a:t>
            </a:r>
            <a:endParaRPr sz="10000"/>
          </a:p>
        </p:txBody>
      </p:sp>
      <p:pic>
        <p:nvPicPr>
          <p:cNvPr id="1609" name="Google Shape;16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1775" y="4756913"/>
            <a:ext cx="6345983" cy="201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31"/>
          <p:cNvSpPr/>
          <p:nvPr/>
        </p:nvSpPr>
        <p:spPr>
          <a:xfrm>
            <a:off x="1531925" y="6564275"/>
            <a:ext cx="3970500" cy="15867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615" name="Google Shape;1615;p31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616" name="Google Shape;1616;p31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1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8" name="Google Shape;1618;p31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619" name="Google Shape;1619;p31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1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1" name="Google Shape;1621;p31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622" name="Google Shape;1622;p31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623" name="Google Shape;1623;p31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624" name="Google Shape;1624;p3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3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6" name="Google Shape;1626;p31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627" name="Google Shape;1627;p3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9" name="Google Shape;1629;p31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630" name="Google Shape;1630;p3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2" name="Google Shape;1632;p31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633" name="Google Shape;1633;p3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5" name="Google Shape;1635;p31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636" name="Google Shape;1636;p3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3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8" name="Google Shape;1638;p31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639" name="Google Shape;1639;p3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1" name="Google Shape;1641;p31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642" name="Google Shape;1642;p3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31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4" name="Google Shape;1644;p31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645" name="Google Shape;1645;p3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7" name="Google Shape;1647;p31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648" name="Google Shape;1648;p3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50" name="Google Shape;1650;p31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What will be the output?</a:t>
            </a:r>
            <a:endParaRPr b="1" sz="4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651" name="Google Shape;1651;p31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652" name="Google Shape;1652;p31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653" name="Google Shape;1653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5" name="Google Shape;1655;p31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656" name="Google Shape;1656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8" name="Google Shape;1658;p31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659" name="Google Shape;1659;p31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660" name="Google Shape;1660;p31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661" name="Google Shape;1661;p31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662" name="Google Shape;1662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4" name="Google Shape;1664;p31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665" name="Google Shape;1665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67" name="Google Shape;1667;p31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668" name="Google Shape;1668;p31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669" name="Google Shape;1669;p31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670" name="Google Shape;1670;p31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671" name="Google Shape;1671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3" name="Google Shape;1673;p31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674" name="Google Shape;1674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76" name="Google Shape;1676;p31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677" name="Google Shape;1677;p31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678" name="Google Shape;1678;p31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679" name="Google Shape;1679;p31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680" name="Google Shape;1680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2" name="Google Shape;1682;p31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683" name="Google Shape;1683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85" name="Google Shape;1685;p31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686" name="Google Shape;1686;p31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687" name="Google Shape;1687;p31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What?</a:t>
            </a:r>
            <a:endParaRPr sz="10000"/>
          </a:p>
        </p:txBody>
      </p:sp>
      <p:pic>
        <p:nvPicPr>
          <p:cNvPr id="1688" name="Google Shape;16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9375" y="5108279"/>
            <a:ext cx="9871900" cy="2567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9" name="Google Shape;16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6850" y="6742022"/>
            <a:ext cx="2257656" cy="13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0" name="Google Shape;169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6850" y="8285800"/>
            <a:ext cx="3020225" cy="121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1" name="Google Shape;1691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6850" y="5347800"/>
            <a:ext cx="2266691" cy="10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" name="Google Shape;1692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67025" y="3958525"/>
            <a:ext cx="1652318" cy="12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7" name="Google Shape;1697;p32"/>
          <p:cNvGrpSpPr/>
          <p:nvPr/>
        </p:nvGrpSpPr>
        <p:grpSpPr>
          <a:xfrm>
            <a:off x="4231638" y="5387749"/>
            <a:ext cx="9824703" cy="1591634"/>
            <a:chOff x="0" y="-47625"/>
            <a:chExt cx="1719710" cy="378600"/>
          </a:xfrm>
        </p:grpSpPr>
        <p:sp>
          <p:nvSpPr>
            <p:cNvPr id="1698" name="Google Shape;1698;p32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2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0" name="Google Shape;1700;p32"/>
          <p:cNvGrpSpPr/>
          <p:nvPr/>
        </p:nvGrpSpPr>
        <p:grpSpPr>
          <a:xfrm>
            <a:off x="3823125" y="3307623"/>
            <a:ext cx="10641737" cy="3415313"/>
            <a:chOff x="0" y="-47625"/>
            <a:chExt cx="1719710" cy="378600"/>
          </a:xfrm>
        </p:grpSpPr>
        <p:sp>
          <p:nvSpPr>
            <p:cNvPr id="1701" name="Google Shape;1701;p32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2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3" name="Google Shape;1703;p32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1704" name="Google Shape;1704;p32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705" name="Google Shape;1705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7" name="Google Shape;1707;p32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708" name="Google Shape;1708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0" name="Google Shape;1710;p32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711" name="Google Shape;1711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3" name="Google Shape;1713;p32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714" name="Google Shape;1714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6" name="Google Shape;1716;p32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717" name="Google Shape;1717;p3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3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9" name="Google Shape;1719;p32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720" name="Google Shape;1720;p3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3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2" name="Google Shape;1722;p32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723" name="Google Shape;1723;p32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32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5" name="Google Shape;1725;p32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726" name="Google Shape;1726;p3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3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8" name="Google Shape;1728;p32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1729" name="Google Shape;1729;p3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3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1" name="Google Shape;1731;p32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1732" name="Google Shape;1732;p32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733" name="Google Shape;1733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5" name="Google Shape;1735;p32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736" name="Google Shape;1736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8" name="Google Shape;1738;p32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739" name="Google Shape;1739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1" name="Google Shape;1741;p32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742" name="Google Shape;1742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4" name="Google Shape;1744;p32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745" name="Google Shape;1745;p3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3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7" name="Google Shape;1747;p32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748" name="Google Shape;1748;p3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3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0" name="Google Shape;1750;p32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751" name="Google Shape;1751;p32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32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3" name="Google Shape;1753;p32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754" name="Google Shape;1754;p3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3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6" name="Google Shape;1756;p32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757" name="Google Shape;1757;p3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3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9" name="Google Shape;1759;p32"/>
          <p:cNvSpPr txBox="1"/>
          <p:nvPr/>
        </p:nvSpPr>
        <p:spPr>
          <a:xfrm>
            <a:off x="4597625" y="4320325"/>
            <a:ext cx="9092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HW Check</a:t>
            </a:r>
            <a:endParaRPr sz="1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4" name="Google Shape;1764;p33"/>
          <p:cNvGrpSpPr/>
          <p:nvPr/>
        </p:nvGrpSpPr>
        <p:grpSpPr>
          <a:xfrm>
            <a:off x="4231638" y="5387749"/>
            <a:ext cx="9824703" cy="1591634"/>
            <a:chOff x="0" y="-47625"/>
            <a:chExt cx="1719710" cy="378600"/>
          </a:xfrm>
        </p:grpSpPr>
        <p:sp>
          <p:nvSpPr>
            <p:cNvPr id="1765" name="Google Shape;1765;p33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3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7" name="Google Shape;1767;p33"/>
          <p:cNvGrpSpPr/>
          <p:nvPr/>
        </p:nvGrpSpPr>
        <p:grpSpPr>
          <a:xfrm>
            <a:off x="3823125" y="3307623"/>
            <a:ext cx="10641737" cy="3415313"/>
            <a:chOff x="0" y="-47625"/>
            <a:chExt cx="1719710" cy="378600"/>
          </a:xfrm>
        </p:grpSpPr>
        <p:sp>
          <p:nvSpPr>
            <p:cNvPr id="1768" name="Google Shape;1768;p33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3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0" name="Google Shape;1770;p33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1771" name="Google Shape;1771;p33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772" name="Google Shape;1772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4" name="Google Shape;1774;p33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775" name="Google Shape;1775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7" name="Google Shape;1777;p33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778" name="Google Shape;1778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0" name="Google Shape;1780;p33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781" name="Google Shape;1781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3" name="Google Shape;1783;p33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784" name="Google Shape;1784;p3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3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6" name="Google Shape;1786;p33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787" name="Google Shape;1787;p3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3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9" name="Google Shape;1789;p33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790" name="Google Shape;1790;p3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3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2" name="Google Shape;1792;p33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793" name="Google Shape;1793;p3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3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5" name="Google Shape;1795;p33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1796" name="Google Shape;1796;p3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3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98" name="Google Shape;1798;p33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1799" name="Google Shape;1799;p3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800" name="Google Shape;1800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2" name="Google Shape;1802;p3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803" name="Google Shape;1803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5" name="Google Shape;1805;p3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806" name="Google Shape;1806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8" name="Google Shape;1808;p3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809" name="Google Shape;1809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1" name="Google Shape;1811;p3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812" name="Google Shape;1812;p3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4" name="Google Shape;1814;p3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815" name="Google Shape;1815;p3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3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7" name="Google Shape;1817;p3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818" name="Google Shape;1818;p3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3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0" name="Google Shape;1820;p3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821" name="Google Shape;1821;p3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3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3" name="Google Shape;1823;p3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824" name="Google Shape;1824;p3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3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826" name="Google Shape;18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5875" y="2995100"/>
            <a:ext cx="3190950" cy="45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7" name="Google Shape;182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6075" y="3726675"/>
            <a:ext cx="3440350" cy="32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8" name="Google Shape;1828;p33"/>
          <p:cNvSpPr txBox="1"/>
          <p:nvPr/>
        </p:nvSpPr>
        <p:spPr>
          <a:xfrm>
            <a:off x="2590525" y="2200825"/>
            <a:ext cx="9810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Those that do homework are very meowl</a:t>
            </a:r>
            <a:endParaRPr sz="45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34"/>
          <p:cNvSpPr txBox="1"/>
          <p:nvPr/>
        </p:nvSpPr>
        <p:spPr>
          <a:xfrm>
            <a:off x="1179325" y="3008125"/>
            <a:ext cx="117468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0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Functions</a:t>
            </a:r>
            <a:endParaRPr b="1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dk1"/>
              </a:solidFill>
            </a:endParaRPr>
          </a:p>
        </p:txBody>
      </p:sp>
      <p:grpSp>
        <p:nvGrpSpPr>
          <p:cNvPr id="1834" name="Google Shape;1834;p34"/>
          <p:cNvGrpSpPr/>
          <p:nvPr/>
        </p:nvGrpSpPr>
        <p:grpSpPr>
          <a:xfrm>
            <a:off x="935775" y="888207"/>
            <a:ext cx="2065578" cy="1437506"/>
            <a:chOff x="0" y="-47625"/>
            <a:chExt cx="544017" cy="378600"/>
          </a:xfrm>
        </p:grpSpPr>
        <p:sp>
          <p:nvSpPr>
            <p:cNvPr id="1835" name="Google Shape;1835;p3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7" name="Google Shape;1837;p34"/>
          <p:cNvGrpSpPr/>
          <p:nvPr/>
        </p:nvGrpSpPr>
        <p:grpSpPr>
          <a:xfrm>
            <a:off x="1045350" y="712139"/>
            <a:ext cx="2065578" cy="1437506"/>
            <a:chOff x="0" y="-47625"/>
            <a:chExt cx="544017" cy="378600"/>
          </a:xfrm>
        </p:grpSpPr>
        <p:sp>
          <p:nvSpPr>
            <p:cNvPr id="1838" name="Google Shape;1838;p3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0" name="Google Shape;1840;p34"/>
          <p:cNvSpPr txBox="1"/>
          <p:nvPr/>
        </p:nvSpPr>
        <p:spPr>
          <a:xfrm>
            <a:off x="3488877" y="952800"/>
            <a:ext cx="1139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Last Week Recap</a:t>
            </a:r>
            <a:endParaRPr sz="9200"/>
          </a:p>
        </p:txBody>
      </p:sp>
      <p:sp>
        <p:nvSpPr>
          <p:cNvPr id="1841" name="Google Shape;1841;p34"/>
          <p:cNvSpPr txBox="1"/>
          <p:nvPr/>
        </p:nvSpPr>
        <p:spPr>
          <a:xfrm>
            <a:off x="1625054" y="94533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1842" name="Google Shape;1842;p34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843" name="Google Shape;1843;p3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844" name="Google Shape;1844;p3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3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6" name="Google Shape;1846;p3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847" name="Google Shape;1847;p3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3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9" name="Google Shape;1849;p3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850" name="Google Shape;1850;p3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3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2" name="Google Shape;1852;p3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853" name="Google Shape;1853;p3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3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5" name="Google Shape;1855;p3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856" name="Google Shape;1856;p3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3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8" name="Google Shape;1858;p3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859" name="Google Shape;1859;p3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3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1" name="Google Shape;1861;p3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862" name="Google Shape;1862;p3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3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4" name="Google Shape;1864;p3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865" name="Google Shape;1865;p3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3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7" name="Google Shape;1867;p3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868" name="Google Shape;1868;p3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3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35"/>
          <p:cNvSpPr txBox="1"/>
          <p:nvPr/>
        </p:nvSpPr>
        <p:spPr>
          <a:xfrm>
            <a:off x="1179325" y="3008125"/>
            <a:ext cx="11746800" cy="6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0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Functions</a:t>
            </a:r>
            <a:endParaRPr b="1" sz="3500">
              <a:solidFill>
                <a:schemeClr val="dk1"/>
              </a:solidFill>
            </a:endParaRPr>
          </a:p>
          <a:p>
            <a:pPr indent="-4508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</a:pPr>
            <a:r>
              <a:rPr lang="en-US" sz="3500">
                <a:solidFill>
                  <a:schemeClr val="dk1"/>
                </a:solidFill>
              </a:rPr>
              <a:t>Function = reusable block of code</a:t>
            </a:r>
            <a:endParaRPr sz="3500">
              <a:solidFill>
                <a:schemeClr val="dk1"/>
              </a:solidFill>
            </a:endParaRPr>
          </a:p>
          <a:p>
            <a:pPr indent="-4508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</a:pPr>
            <a:r>
              <a:rPr lang="en-US" sz="3500">
                <a:solidFill>
                  <a:schemeClr val="dk1"/>
                </a:solidFill>
              </a:rPr>
              <a:t>Function take input and give output !!!!!! </a:t>
            </a:r>
            <a:endParaRPr sz="3500">
              <a:solidFill>
                <a:schemeClr val="dk1"/>
              </a:solidFill>
            </a:endParaRPr>
          </a:p>
          <a:p>
            <a:pPr indent="-4508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</a:pPr>
            <a:r>
              <a:rPr lang="en-US" sz="3500">
                <a:solidFill>
                  <a:schemeClr val="dk1"/>
                </a:solidFill>
              </a:rPr>
              <a:t>Why not useless?</a:t>
            </a:r>
            <a:endParaRPr sz="3500">
              <a:solidFill>
                <a:schemeClr val="dk1"/>
              </a:solidFill>
            </a:endParaRPr>
          </a:p>
          <a:p>
            <a:pPr indent="-450850" lvl="2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■"/>
            </a:pPr>
            <a:r>
              <a:rPr lang="en-US" sz="3500">
                <a:solidFill>
                  <a:schemeClr val="dk1"/>
                </a:solidFill>
              </a:rPr>
              <a:t>Organization</a:t>
            </a:r>
            <a:endParaRPr sz="3500">
              <a:solidFill>
                <a:schemeClr val="dk1"/>
              </a:solidFill>
            </a:endParaRPr>
          </a:p>
          <a:p>
            <a:pPr indent="-450850" lvl="2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■"/>
            </a:pPr>
            <a:r>
              <a:rPr lang="en-US" sz="3500">
                <a:solidFill>
                  <a:schemeClr val="dk1"/>
                </a:solidFill>
              </a:rPr>
              <a:t>Recursion</a:t>
            </a:r>
            <a:endParaRPr sz="3500">
              <a:solidFill>
                <a:schemeClr val="dk1"/>
              </a:solidFill>
            </a:endParaRPr>
          </a:p>
          <a:p>
            <a:pPr indent="-450850" lvl="2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■"/>
            </a:pPr>
            <a:r>
              <a:rPr lang="en-US" sz="3500">
                <a:solidFill>
                  <a:schemeClr val="dk1"/>
                </a:solidFill>
              </a:rPr>
              <a:t>Many other uses!</a:t>
            </a:r>
            <a:endParaRPr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	</a:t>
            </a:r>
            <a:endParaRPr b="1" sz="3500">
              <a:solidFill>
                <a:schemeClr val="dk1"/>
              </a:solidFill>
            </a:endParaRPr>
          </a:p>
        </p:txBody>
      </p:sp>
      <p:grpSp>
        <p:nvGrpSpPr>
          <p:cNvPr id="1875" name="Google Shape;1875;p35"/>
          <p:cNvGrpSpPr/>
          <p:nvPr/>
        </p:nvGrpSpPr>
        <p:grpSpPr>
          <a:xfrm>
            <a:off x="935775" y="888207"/>
            <a:ext cx="2065578" cy="1437506"/>
            <a:chOff x="0" y="-47625"/>
            <a:chExt cx="544017" cy="378600"/>
          </a:xfrm>
        </p:grpSpPr>
        <p:sp>
          <p:nvSpPr>
            <p:cNvPr id="1876" name="Google Shape;1876;p3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8" name="Google Shape;1878;p35"/>
          <p:cNvGrpSpPr/>
          <p:nvPr/>
        </p:nvGrpSpPr>
        <p:grpSpPr>
          <a:xfrm>
            <a:off x="1045350" y="712139"/>
            <a:ext cx="2065578" cy="1437506"/>
            <a:chOff x="0" y="-47625"/>
            <a:chExt cx="544017" cy="378600"/>
          </a:xfrm>
        </p:grpSpPr>
        <p:sp>
          <p:nvSpPr>
            <p:cNvPr id="1879" name="Google Shape;1879;p3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1" name="Google Shape;1881;p35"/>
          <p:cNvSpPr txBox="1"/>
          <p:nvPr/>
        </p:nvSpPr>
        <p:spPr>
          <a:xfrm>
            <a:off x="3488877" y="952800"/>
            <a:ext cx="1139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Last Week Recap</a:t>
            </a:r>
            <a:endParaRPr sz="9200"/>
          </a:p>
        </p:txBody>
      </p:sp>
      <p:sp>
        <p:nvSpPr>
          <p:cNvPr id="1882" name="Google Shape;1882;p35"/>
          <p:cNvSpPr txBox="1"/>
          <p:nvPr/>
        </p:nvSpPr>
        <p:spPr>
          <a:xfrm>
            <a:off x="1625054" y="94533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1883" name="Google Shape;1883;p3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884" name="Google Shape;1884;p3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885" name="Google Shape;1885;p3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3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7" name="Google Shape;1887;p3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888" name="Google Shape;1888;p3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3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0" name="Google Shape;1890;p3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891" name="Google Shape;1891;p3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3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3" name="Google Shape;1893;p3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894" name="Google Shape;1894;p3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3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6" name="Google Shape;1896;p3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897" name="Google Shape;1897;p3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3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9" name="Google Shape;1899;p3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900" name="Google Shape;1900;p3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3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2" name="Google Shape;1902;p3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903" name="Google Shape;1903;p3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3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5" name="Google Shape;1905;p3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906" name="Google Shape;1906;p3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3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8" name="Google Shape;1908;p3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909" name="Google Shape;1909;p3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3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36"/>
          <p:cNvSpPr txBox="1"/>
          <p:nvPr/>
        </p:nvSpPr>
        <p:spPr>
          <a:xfrm>
            <a:off x="1179325" y="3008125"/>
            <a:ext cx="117468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0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b="1" lang="en-US" sz="3500">
                <a:solidFill>
                  <a:schemeClr val="dk1"/>
                </a:solidFill>
              </a:rPr>
              <a:t>parameter: </a:t>
            </a:r>
            <a:r>
              <a:rPr lang="en-US" sz="3500">
                <a:solidFill>
                  <a:schemeClr val="dk1"/>
                </a:solidFill>
              </a:rPr>
              <a:t>things that are used in the function definition. they are basically variables that only exist in the function!</a:t>
            </a:r>
            <a:endParaRPr sz="3500">
              <a:solidFill>
                <a:schemeClr val="dk1"/>
              </a:solidFill>
            </a:endParaRPr>
          </a:p>
          <a:p>
            <a:pPr indent="-450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argument: </a:t>
            </a:r>
            <a:r>
              <a:rPr lang="en-US" sz="3500">
                <a:solidFill>
                  <a:schemeClr val="dk1"/>
                </a:solidFill>
              </a:rPr>
              <a:t>what was pass into the function when we </a:t>
            </a:r>
            <a:r>
              <a:rPr b="1" lang="en-US" sz="3500">
                <a:solidFill>
                  <a:schemeClr val="dk1"/>
                </a:solidFill>
              </a:rPr>
              <a:t>call </a:t>
            </a:r>
            <a:r>
              <a:rPr lang="en-US" sz="3500">
                <a:solidFill>
                  <a:schemeClr val="dk1"/>
                </a:solidFill>
              </a:rPr>
              <a:t>it. E.g. print(“Hello”, “World”). In this case Hello and World are the arguments.</a:t>
            </a:r>
            <a:endParaRPr sz="3500">
              <a:solidFill>
                <a:schemeClr val="dk1"/>
              </a:solidFill>
            </a:endParaRPr>
          </a:p>
          <a:p>
            <a:pPr indent="-450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Pop Quiz! </a:t>
            </a:r>
            <a:endParaRPr sz="3500">
              <a:solidFill>
                <a:schemeClr val="dk1"/>
              </a:solidFill>
            </a:endParaRPr>
          </a:p>
        </p:txBody>
      </p:sp>
      <p:grpSp>
        <p:nvGrpSpPr>
          <p:cNvPr id="1916" name="Google Shape;1916;p36"/>
          <p:cNvGrpSpPr/>
          <p:nvPr/>
        </p:nvGrpSpPr>
        <p:grpSpPr>
          <a:xfrm>
            <a:off x="935775" y="888207"/>
            <a:ext cx="2065578" cy="1437506"/>
            <a:chOff x="0" y="-47625"/>
            <a:chExt cx="544017" cy="378600"/>
          </a:xfrm>
        </p:grpSpPr>
        <p:sp>
          <p:nvSpPr>
            <p:cNvPr id="1917" name="Google Shape;1917;p3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9" name="Google Shape;1919;p36"/>
          <p:cNvGrpSpPr/>
          <p:nvPr/>
        </p:nvGrpSpPr>
        <p:grpSpPr>
          <a:xfrm>
            <a:off x="1045350" y="712139"/>
            <a:ext cx="2065578" cy="1437506"/>
            <a:chOff x="0" y="-47625"/>
            <a:chExt cx="544017" cy="378600"/>
          </a:xfrm>
        </p:grpSpPr>
        <p:sp>
          <p:nvSpPr>
            <p:cNvPr id="1920" name="Google Shape;1920;p3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2" name="Google Shape;1922;p36"/>
          <p:cNvSpPr txBox="1"/>
          <p:nvPr/>
        </p:nvSpPr>
        <p:spPr>
          <a:xfrm>
            <a:off x="3488877" y="952800"/>
            <a:ext cx="1139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Last Week Recap</a:t>
            </a:r>
            <a:endParaRPr sz="9200"/>
          </a:p>
        </p:txBody>
      </p:sp>
      <p:sp>
        <p:nvSpPr>
          <p:cNvPr id="1923" name="Google Shape;1923;p36"/>
          <p:cNvSpPr txBox="1"/>
          <p:nvPr/>
        </p:nvSpPr>
        <p:spPr>
          <a:xfrm>
            <a:off x="1625054" y="94533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1924" name="Google Shape;1924;p36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925" name="Google Shape;1925;p3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926" name="Google Shape;1926;p3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3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8" name="Google Shape;1928;p3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929" name="Google Shape;1929;p3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3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1" name="Google Shape;1931;p3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932" name="Google Shape;1932;p3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3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4" name="Google Shape;1934;p3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935" name="Google Shape;1935;p3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3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7" name="Google Shape;1937;p3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938" name="Google Shape;1938;p3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3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0" name="Google Shape;1940;p3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941" name="Google Shape;1941;p3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3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3" name="Google Shape;1943;p3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944" name="Google Shape;1944;p3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3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6" name="Google Shape;1946;p3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947" name="Google Shape;1947;p3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3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9" name="Google Shape;1949;p3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950" name="Google Shape;1950;p3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3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37"/>
          <p:cNvSpPr txBox="1"/>
          <p:nvPr/>
        </p:nvSpPr>
        <p:spPr>
          <a:xfrm>
            <a:off x="1220025" y="2879750"/>
            <a:ext cx="117468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8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Verdana"/>
              <a:buChar char="●"/>
            </a:pPr>
            <a:r>
              <a:rPr b="1" lang="en-US" sz="3500">
                <a:solidFill>
                  <a:schemeClr val="dk1"/>
                </a:solidFill>
              </a:rPr>
              <a:t>return: </a:t>
            </a:r>
            <a:r>
              <a:rPr lang="en-US" sz="3500">
                <a:solidFill>
                  <a:schemeClr val="dk1"/>
                </a:solidFill>
              </a:rPr>
              <a:t>no pop quiz! Haha.</a:t>
            </a:r>
            <a:endParaRPr sz="3500">
              <a:solidFill>
                <a:schemeClr val="dk1"/>
              </a:solidFill>
            </a:endParaRPr>
          </a:p>
          <a:p>
            <a:pPr indent="-4508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</a:pPr>
            <a:r>
              <a:rPr lang="en-US" sz="3500">
                <a:solidFill>
                  <a:schemeClr val="dk1"/>
                </a:solidFill>
              </a:rPr>
              <a:t>this is the value you get and put in a </a:t>
            </a:r>
            <a:r>
              <a:rPr lang="en-US" sz="3500">
                <a:solidFill>
                  <a:schemeClr val="dk1"/>
                </a:solidFill>
              </a:rPr>
              <a:t>variable</a:t>
            </a:r>
            <a:r>
              <a:rPr lang="en-US" sz="3500">
                <a:solidFill>
                  <a:schemeClr val="dk1"/>
                </a:solidFill>
              </a:rPr>
              <a:t> when you call the function. In the function itself, when </a:t>
            </a:r>
            <a:r>
              <a:rPr b="1" lang="en-US" sz="3500">
                <a:solidFill>
                  <a:schemeClr val="dk1"/>
                </a:solidFill>
              </a:rPr>
              <a:t>return </a:t>
            </a:r>
            <a:r>
              <a:rPr lang="en-US" sz="3500">
                <a:solidFill>
                  <a:schemeClr val="dk1"/>
                </a:solidFill>
              </a:rPr>
              <a:t>is run, the function ends. Kind of like break!</a:t>
            </a:r>
            <a:endParaRPr sz="35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Verdana"/>
              <a:buChar char="●"/>
            </a:pPr>
            <a:r>
              <a:rPr b="1" lang="en-US" sz="3500">
                <a:solidFill>
                  <a:schemeClr val="dk1"/>
                </a:solidFill>
              </a:rPr>
              <a:t>*args</a:t>
            </a:r>
            <a:r>
              <a:rPr b="1" lang="en-US" sz="3300">
                <a:solidFill>
                  <a:schemeClr val="dk1"/>
                </a:solidFill>
              </a:rPr>
              <a:t>: </a:t>
            </a:r>
            <a:endParaRPr sz="3300">
              <a:solidFill>
                <a:schemeClr val="dk1"/>
              </a:solidFill>
            </a:endParaRPr>
          </a:p>
          <a:p>
            <a:pPr indent="-4381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○"/>
            </a:pPr>
            <a:r>
              <a:rPr lang="en-US" sz="3300">
                <a:solidFill>
                  <a:schemeClr val="dk1"/>
                </a:solidFill>
              </a:rPr>
              <a:t>can pass an arbitrary amount of arguments. The parameter is a list.</a:t>
            </a:r>
            <a:endParaRPr sz="3300">
              <a:solidFill>
                <a:schemeClr val="dk1"/>
              </a:solidFill>
            </a:endParaRPr>
          </a:p>
          <a:p>
            <a:pPr indent="-438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b="1" lang="en-US" sz="3300">
                <a:solidFill>
                  <a:schemeClr val="dk1"/>
                </a:solidFill>
              </a:rPr>
              <a:t>on the homework…</a:t>
            </a:r>
            <a:endParaRPr sz="3300">
              <a:solidFill>
                <a:schemeClr val="dk1"/>
              </a:solidFill>
            </a:endParaRPr>
          </a:p>
          <a:p>
            <a:pPr indent="-4381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○"/>
            </a:pPr>
            <a:r>
              <a:rPr lang="en-US" sz="3300">
                <a:solidFill>
                  <a:schemeClr val="dk1"/>
                </a:solidFill>
              </a:rPr>
              <a:t>cool stuff! extensions!</a:t>
            </a:r>
            <a:endParaRPr sz="3300">
              <a:solidFill>
                <a:schemeClr val="dk1"/>
              </a:solidFill>
            </a:endParaRPr>
          </a:p>
        </p:txBody>
      </p:sp>
      <p:grpSp>
        <p:nvGrpSpPr>
          <p:cNvPr id="1957" name="Google Shape;1957;p37"/>
          <p:cNvGrpSpPr/>
          <p:nvPr/>
        </p:nvGrpSpPr>
        <p:grpSpPr>
          <a:xfrm>
            <a:off x="935775" y="888207"/>
            <a:ext cx="2065578" cy="1437506"/>
            <a:chOff x="0" y="-47625"/>
            <a:chExt cx="544017" cy="378600"/>
          </a:xfrm>
        </p:grpSpPr>
        <p:sp>
          <p:nvSpPr>
            <p:cNvPr id="1958" name="Google Shape;1958;p3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0" name="Google Shape;1960;p37"/>
          <p:cNvGrpSpPr/>
          <p:nvPr/>
        </p:nvGrpSpPr>
        <p:grpSpPr>
          <a:xfrm>
            <a:off x="1045350" y="712139"/>
            <a:ext cx="2065578" cy="1437506"/>
            <a:chOff x="0" y="-47625"/>
            <a:chExt cx="544017" cy="378600"/>
          </a:xfrm>
        </p:grpSpPr>
        <p:sp>
          <p:nvSpPr>
            <p:cNvPr id="1961" name="Google Shape;1961;p3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3" name="Google Shape;1963;p37"/>
          <p:cNvSpPr txBox="1"/>
          <p:nvPr/>
        </p:nvSpPr>
        <p:spPr>
          <a:xfrm>
            <a:off x="3488875" y="952800"/>
            <a:ext cx="1368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Last Week Recapitulation</a:t>
            </a:r>
            <a:endParaRPr sz="9200"/>
          </a:p>
        </p:txBody>
      </p:sp>
      <p:sp>
        <p:nvSpPr>
          <p:cNvPr id="1964" name="Google Shape;1964;p37"/>
          <p:cNvSpPr txBox="1"/>
          <p:nvPr/>
        </p:nvSpPr>
        <p:spPr>
          <a:xfrm>
            <a:off x="1625054" y="94533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1965" name="Google Shape;1965;p37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966" name="Google Shape;1966;p3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967" name="Google Shape;1967;p3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3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9" name="Google Shape;1969;p3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970" name="Google Shape;1970;p3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3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2" name="Google Shape;1972;p3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973" name="Google Shape;1973;p3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3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5" name="Google Shape;1975;p3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976" name="Google Shape;1976;p3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3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8" name="Google Shape;1978;p3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979" name="Google Shape;1979;p3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3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1" name="Google Shape;1981;p3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982" name="Google Shape;1982;p3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3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4" name="Google Shape;1984;p3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985" name="Google Shape;1985;p3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3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7" name="Google Shape;1987;p3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988" name="Google Shape;1988;p3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3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0" name="Google Shape;1990;p3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991" name="Google Shape;1991;p3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3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38"/>
          <p:cNvSpPr txBox="1"/>
          <p:nvPr/>
        </p:nvSpPr>
        <p:spPr>
          <a:xfrm>
            <a:off x="1254075" y="2368800"/>
            <a:ext cx="11746800" cy="4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Verdana"/>
              <a:buChar char="●"/>
            </a:pPr>
            <a:r>
              <a:rPr b="1" lang="en-US" sz="3300">
                <a:solidFill>
                  <a:schemeClr val="dk1"/>
                </a:solidFill>
              </a:rPr>
              <a:t>Default Parameter</a:t>
            </a:r>
            <a:r>
              <a:rPr b="1" lang="en-US" sz="3300">
                <a:solidFill>
                  <a:schemeClr val="dk1"/>
                </a:solidFill>
              </a:rPr>
              <a:t>: </a:t>
            </a:r>
            <a:endParaRPr sz="3300">
              <a:solidFill>
                <a:schemeClr val="dk1"/>
              </a:solidFill>
            </a:endParaRPr>
          </a:p>
          <a:p>
            <a:pPr indent="-4381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○"/>
            </a:pPr>
            <a:r>
              <a:rPr lang="en-US" sz="3300">
                <a:solidFill>
                  <a:schemeClr val="dk1"/>
                </a:solidFill>
              </a:rPr>
              <a:t>This parameter takes on a default value if it is not passed as an argument.</a:t>
            </a:r>
            <a:endParaRPr sz="33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Verdana"/>
              <a:buChar char="●"/>
            </a:pPr>
            <a:r>
              <a:rPr b="1" lang="en-US" sz="3300">
                <a:solidFill>
                  <a:schemeClr val="dk1"/>
                </a:solidFill>
              </a:rPr>
              <a:t>Keyword Arguments</a:t>
            </a:r>
            <a:r>
              <a:rPr b="1" lang="en-US" sz="3100">
                <a:solidFill>
                  <a:schemeClr val="dk1"/>
                </a:solidFill>
              </a:rPr>
              <a:t>: </a:t>
            </a:r>
            <a:endParaRPr sz="3100">
              <a:solidFill>
                <a:schemeClr val="dk1"/>
              </a:solidFill>
            </a:endParaRPr>
          </a:p>
          <a:p>
            <a:pPr indent="-4254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When you call a function and you assign a parameter name to the value you’re giving.</a:t>
            </a:r>
            <a:endParaRPr sz="31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t/>
            </a:r>
            <a:endParaRPr sz="3100">
              <a:solidFill>
                <a:schemeClr val="dk1"/>
              </a:solidFill>
            </a:endParaRPr>
          </a:p>
        </p:txBody>
      </p:sp>
      <p:grpSp>
        <p:nvGrpSpPr>
          <p:cNvPr id="1998" name="Google Shape;1998;p38"/>
          <p:cNvGrpSpPr/>
          <p:nvPr/>
        </p:nvGrpSpPr>
        <p:grpSpPr>
          <a:xfrm>
            <a:off x="935775" y="888207"/>
            <a:ext cx="2065578" cy="1437506"/>
            <a:chOff x="0" y="-47625"/>
            <a:chExt cx="544017" cy="378600"/>
          </a:xfrm>
        </p:grpSpPr>
        <p:sp>
          <p:nvSpPr>
            <p:cNvPr id="1999" name="Google Shape;1999;p3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1" name="Google Shape;2001;p38"/>
          <p:cNvGrpSpPr/>
          <p:nvPr/>
        </p:nvGrpSpPr>
        <p:grpSpPr>
          <a:xfrm>
            <a:off x="1045350" y="712139"/>
            <a:ext cx="2065578" cy="1437506"/>
            <a:chOff x="0" y="-47625"/>
            <a:chExt cx="544017" cy="378600"/>
          </a:xfrm>
        </p:grpSpPr>
        <p:sp>
          <p:nvSpPr>
            <p:cNvPr id="2002" name="Google Shape;2002;p3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4" name="Google Shape;2004;p38"/>
          <p:cNvSpPr txBox="1"/>
          <p:nvPr/>
        </p:nvSpPr>
        <p:spPr>
          <a:xfrm>
            <a:off x="3488875" y="952800"/>
            <a:ext cx="13782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Yesterweek</a:t>
            </a:r>
            <a:r>
              <a:rPr lang="en-US" sz="92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 Recapitulation</a:t>
            </a:r>
            <a:endParaRPr sz="9200"/>
          </a:p>
        </p:txBody>
      </p:sp>
      <p:sp>
        <p:nvSpPr>
          <p:cNvPr id="2005" name="Google Shape;2005;p38"/>
          <p:cNvSpPr txBox="1"/>
          <p:nvPr/>
        </p:nvSpPr>
        <p:spPr>
          <a:xfrm>
            <a:off x="1625054" y="94533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2006" name="Google Shape;2006;p38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2007" name="Google Shape;2007;p3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08" name="Google Shape;2008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0" name="Google Shape;2010;p3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11" name="Google Shape;2011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3" name="Google Shape;2013;p3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14" name="Google Shape;2014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6" name="Google Shape;2016;p3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017" name="Google Shape;2017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9" name="Google Shape;2019;p3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020" name="Google Shape;2020;p3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3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22" name="Google Shape;2022;p3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023" name="Google Shape;2023;p3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3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25" name="Google Shape;2025;p3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026" name="Google Shape;2026;p3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3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28" name="Google Shape;2028;p3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029" name="Google Shape;2029;p3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3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31" name="Google Shape;2031;p3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032" name="Google Shape;2032;p3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3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034" name="Google Shape;20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775" y="6811700"/>
            <a:ext cx="12980675" cy="202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5" name="Google Shape;203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2882350" y="2157025"/>
            <a:ext cx="2912375" cy="29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39"/>
          <p:cNvSpPr txBox="1"/>
          <p:nvPr/>
        </p:nvSpPr>
        <p:spPr>
          <a:xfrm>
            <a:off x="1179325" y="2694425"/>
            <a:ext cx="15957600" cy="6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62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lang="en-US" sz="3900">
                <a:solidFill>
                  <a:schemeClr val="dk1"/>
                </a:solidFill>
              </a:rPr>
              <a:t>Familiar?</a:t>
            </a:r>
            <a:endParaRPr sz="3900">
              <a:solidFill>
                <a:schemeClr val="dk1"/>
              </a:solidFill>
            </a:endParaRPr>
          </a:p>
          <a:p>
            <a:pPr indent="-4762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b="1" lang="en-US" sz="3900">
                <a:solidFill>
                  <a:schemeClr val="dk1"/>
                </a:solidFill>
              </a:rPr>
              <a:t>Objective:</a:t>
            </a:r>
            <a:r>
              <a:rPr lang="en-US" sz="3900">
                <a:solidFill>
                  <a:schemeClr val="dk1"/>
                </a:solidFill>
              </a:rPr>
              <a:t> Choose one… or both. The first one is easier.</a:t>
            </a:r>
            <a:endParaRPr sz="3900">
              <a:solidFill>
                <a:schemeClr val="dk1"/>
              </a:solidFill>
            </a:endParaRPr>
          </a:p>
          <a:p>
            <a:pPr indent="-476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AutoNum type="alphaLcPeriod"/>
            </a:pPr>
            <a:r>
              <a:rPr lang="en-US" sz="3900">
                <a:solidFill>
                  <a:schemeClr val="dk1"/>
                </a:solidFill>
              </a:rPr>
              <a:t>Remember the guessing game? Now let’s say you’re on a m*n sized board and there is a store somewhere random… You keep guess the coordinates and someone tells you if your guess is closer than the previous one or not.</a:t>
            </a:r>
            <a:endParaRPr sz="3900">
              <a:solidFill>
                <a:schemeClr val="dk1"/>
              </a:solidFill>
            </a:endParaRPr>
          </a:p>
          <a:p>
            <a:pPr indent="-476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AutoNum type="alphaLcPeriod"/>
            </a:pPr>
            <a:r>
              <a:rPr lang="en-US" sz="3900">
                <a:solidFill>
                  <a:schemeClr val="dk1"/>
                </a:solidFill>
              </a:rPr>
              <a:t>Create a to do list in python!</a:t>
            </a:r>
            <a:endParaRPr sz="3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</p:txBody>
      </p:sp>
      <p:grpSp>
        <p:nvGrpSpPr>
          <p:cNvPr id="2041" name="Google Shape;2041;p39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2042" name="Google Shape;2042;p3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4" name="Google Shape;2044;p39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2045" name="Google Shape;2045;p3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7" name="Google Shape;2047;p39"/>
          <p:cNvSpPr txBox="1"/>
          <p:nvPr/>
        </p:nvSpPr>
        <p:spPr>
          <a:xfrm>
            <a:off x="3802125" y="721500"/>
            <a:ext cx="109809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C.Y.O.A.2</a:t>
            </a:r>
            <a:endParaRPr/>
          </a:p>
        </p:txBody>
      </p:sp>
      <p:sp>
        <p:nvSpPr>
          <p:cNvPr id="2048" name="Google Shape;2048;p39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30</a:t>
            </a:r>
            <a:endParaRPr/>
          </a:p>
        </p:txBody>
      </p:sp>
      <p:grpSp>
        <p:nvGrpSpPr>
          <p:cNvPr id="2049" name="Google Shape;2049;p39"/>
          <p:cNvGrpSpPr/>
          <p:nvPr/>
        </p:nvGrpSpPr>
        <p:grpSpPr>
          <a:xfrm>
            <a:off x="12903876" y="189575"/>
            <a:ext cx="5168430" cy="1310243"/>
            <a:chOff x="2" y="-564"/>
            <a:chExt cx="7801403" cy="1746991"/>
          </a:xfrm>
        </p:grpSpPr>
        <p:grpSp>
          <p:nvGrpSpPr>
            <p:cNvPr id="2050" name="Google Shape;2050;p3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51" name="Google Shape;2051;p3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3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3" name="Google Shape;2053;p3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54" name="Google Shape;2054;p3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3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6" name="Google Shape;2056;p3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57" name="Google Shape;2057;p3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3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9" name="Google Shape;2059;p3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060" name="Google Shape;2060;p3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3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2" name="Google Shape;2062;p3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063" name="Google Shape;2063;p3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3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5" name="Google Shape;2065;p3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066" name="Google Shape;2066;p3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3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8" name="Google Shape;2068;p3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069" name="Google Shape;2069;p3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0" name="Google Shape;2070;p3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1" name="Google Shape;2071;p3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072" name="Google Shape;2072;p3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3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4" name="Google Shape;2074;p3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075" name="Google Shape;2075;p3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3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40"/>
          <p:cNvSpPr txBox="1"/>
          <p:nvPr/>
        </p:nvSpPr>
        <p:spPr>
          <a:xfrm>
            <a:off x="1179325" y="2694425"/>
            <a:ext cx="15957600" cy="6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62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lang="en-US" sz="3900">
                <a:solidFill>
                  <a:schemeClr val="dk1"/>
                </a:solidFill>
              </a:rPr>
              <a:t>What coding should we use..? Anything we’ve learned :D (not everything)</a:t>
            </a:r>
            <a:endParaRPr sz="3900">
              <a:solidFill>
                <a:schemeClr val="dk1"/>
              </a:solidFill>
            </a:endParaRPr>
          </a:p>
          <a:p>
            <a:pPr indent="-476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AutoNum type="alphaLcPeriod"/>
            </a:pPr>
            <a:r>
              <a:rPr lang="en-US" sz="3900">
                <a:solidFill>
                  <a:schemeClr val="dk1"/>
                </a:solidFill>
              </a:rPr>
              <a:t>And maybe </a:t>
            </a:r>
            <a:r>
              <a:rPr b="1" lang="en-US" sz="3900">
                <a:solidFill>
                  <a:schemeClr val="dk1"/>
                </a:solidFill>
              </a:rPr>
              <a:t>import time</a:t>
            </a:r>
            <a:r>
              <a:rPr lang="en-US" sz="3900">
                <a:solidFill>
                  <a:schemeClr val="dk1"/>
                </a:solidFill>
              </a:rPr>
              <a:t> as needed.</a:t>
            </a:r>
            <a:endParaRPr sz="3900">
              <a:solidFill>
                <a:schemeClr val="dk1"/>
              </a:solidFill>
            </a:endParaRPr>
          </a:p>
          <a:p>
            <a:pPr indent="-4762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lang="en-US" sz="3900">
                <a:solidFill>
                  <a:schemeClr val="dk1"/>
                </a:solidFill>
              </a:rPr>
              <a:t>What?</a:t>
            </a:r>
            <a:endParaRPr sz="3900">
              <a:solidFill>
                <a:schemeClr val="dk1"/>
              </a:solidFill>
            </a:endParaRPr>
          </a:p>
          <a:p>
            <a:pPr indent="-476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AutoNum type="alphaLcPeriod"/>
            </a:pPr>
            <a:r>
              <a:rPr lang="en-US" sz="3900">
                <a:solidFill>
                  <a:schemeClr val="dk1"/>
                </a:solidFill>
              </a:rPr>
              <a:t>print, input, variables, conditionals</a:t>
            </a:r>
            <a:endParaRPr sz="3900">
              <a:solidFill>
                <a:schemeClr val="dk1"/>
              </a:solidFill>
            </a:endParaRPr>
          </a:p>
          <a:p>
            <a:pPr indent="-476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AutoNum type="alphaLcPeriod"/>
            </a:pPr>
            <a:r>
              <a:rPr lang="en-US" sz="3900">
                <a:solidFill>
                  <a:schemeClr val="dk1"/>
                </a:solidFill>
              </a:rPr>
              <a:t>for loops, while loops</a:t>
            </a:r>
            <a:endParaRPr sz="3900">
              <a:solidFill>
                <a:schemeClr val="dk1"/>
              </a:solidFill>
            </a:endParaRPr>
          </a:p>
          <a:p>
            <a:pPr indent="-4762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AutoNum type="alphaLcPeriod"/>
            </a:pPr>
            <a:r>
              <a:rPr lang="en-US" sz="3900">
                <a:solidFill>
                  <a:schemeClr val="dk1"/>
                </a:solidFill>
              </a:rPr>
              <a:t>functions 👻</a:t>
            </a:r>
            <a:endParaRPr sz="3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</p:txBody>
      </p:sp>
      <p:grpSp>
        <p:nvGrpSpPr>
          <p:cNvPr id="2082" name="Google Shape;2082;p40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2083" name="Google Shape;2083;p4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4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5" name="Google Shape;2085;p40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2086" name="Google Shape;2086;p4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4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8" name="Google Shape;2088;p40"/>
          <p:cNvSpPr txBox="1"/>
          <p:nvPr/>
        </p:nvSpPr>
        <p:spPr>
          <a:xfrm>
            <a:off x="3802125" y="721500"/>
            <a:ext cx="109809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C.Y.O.A.2</a:t>
            </a:r>
            <a:endParaRPr/>
          </a:p>
        </p:txBody>
      </p:sp>
      <p:sp>
        <p:nvSpPr>
          <p:cNvPr id="2089" name="Google Shape;2089;p40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.03</a:t>
            </a:r>
            <a:endParaRPr/>
          </a:p>
        </p:txBody>
      </p:sp>
      <p:grpSp>
        <p:nvGrpSpPr>
          <p:cNvPr id="2090" name="Google Shape;2090;p40"/>
          <p:cNvGrpSpPr/>
          <p:nvPr/>
        </p:nvGrpSpPr>
        <p:grpSpPr>
          <a:xfrm>
            <a:off x="12903876" y="189575"/>
            <a:ext cx="5168430" cy="1310243"/>
            <a:chOff x="2" y="-564"/>
            <a:chExt cx="7801403" cy="1746991"/>
          </a:xfrm>
        </p:grpSpPr>
        <p:grpSp>
          <p:nvGrpSpPr>
            <p:cNvPr id="2091" name="Google Shape;2091;p4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92" name="Google Shape;2092;p4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4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94" name="Google Shape;2094;p4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95" name="Google Shape;2095;p4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4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97" name="Google Shape;2097;p4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98" name="Google Shape;2098;p4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4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0" name="Google Shape;2100;p4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01" name="Google Shape;2101;p4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4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3" name="Google Shape;2103;p4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04" name="Google Shape;2104;p4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5" name="Google Shape;2105;p4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6" name="Google Shape;2106;p4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107" name="Google Shape;2107;p4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4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9" name="Google Shape;2109;p4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110" name="Google Shape;2110;p4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4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2" name="Google Shape;2112;p4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113" name="Google Shape;2113;p4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4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5" name="Google Shape;2115;p4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116" name="Google Shape;2116;p4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4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2" name="Google Shape;2122;p41"/>
          <p:cNvGrpSpPr/>
          <p:nvPr/>
        </p:nvGrpSpPr>
        <p:grpSpPr>
          <a:xfrm>
            <a:off x="4231650" y="4629636"/>
            <a:ext cx="9824703" cy="1591634"/>
            <a:chOff x="0" y="-47625"/>
            <a:chExt cx="1719710" cy="378600"/>
          </a:xfrm>
        </p:grpSpPr>
        <p:sp>
          <p:nvSpPr>
            <p:cNvPr id="2123" name="Google Shape;2123;p4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4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5" name="Google Shape;2125;p41"/>
          <p:cNvGrpSpPr/>
          <p:nvPr/>
        </p:nvGrpSpPr>
        <p:grpSpPr>
          <a:xfrm>
            <a:off x="3823138" y="2549511"/>
            <a:ext cx="10641737" cy="3415313"/>
            <a:chOff x="0" y="-47625"/>
            <a:chExt cx="1719710" cy="378600"/>
          </a:xfrm>
        </p:grpSpPr>
        <p:sp>
          <p:nvSpPr>
            <p:cNvPr id="2126" name="Google Shape;2126;p4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4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8" name="Google Shape;2128;p41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2129" name="Google Shape;2129;p41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2130" name="Google Shape;2130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1" name="Google Shape;2131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2" name="Google Shape;2132;p41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2133" name="Google Shape;2133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5" name="Google Shape;2135;p41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2136" name="Google Shape;2136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8" name="Google Shape;2138;p41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2139" name="Google Shape;2139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41" name="Google Shape;2141;p41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2142" name="Google Shape;2142;p4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3" name="Google Shape;2143;p4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44" name="Google Shape;2144;p41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2145" name="Google Shape;2145;p4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6" name="Google Shape;2146;p4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47" name="Google Shape;2147;p41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2148" name="Google Shape;2148;p4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9" name="Google Shape;2149;p41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0" name="Google Shape;2150;p41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2151" name="Google Shape;2151;p4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2" name="Google Shape;2152;p4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3" name="Google Shape;2153;p41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154" name="Google Shape;2154;p4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5" name="Google Shape;2155;p4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6" name="Google Shape;2156;p41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157" name="Google Shape;2157;p41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158" name="Google Shape;2158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9" name="Google Shape;2159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0" name="Google Shape;2160;p41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161" name="Google Shape;2161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3" name="Google Shape;2163;p41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164" name="Google Shape;2164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6" name="Google Shape;2166;p41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67" name="Google Shape;2167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9" name="Google Shape;2169;p41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70" name="Google Shape;2170;p4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4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2" name="Google Shape;2172;p41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173" name="Google Shape;2173;p4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4" name="Google Shape;2174;p4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5" name="Google Shape;2175;p41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176" name="Google Shape;2176;p4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41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8" name="Google Shape;2178;p41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179" name="Google Shape;2179;p4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4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1" name="Google Shape;2181;p41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182" name="Google Shape;2182;p4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4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84" name="Google Shape;2184;p41"/>
          <p:cNvSpPr txBox="1"/>
          <p:nvPr/>
        </p:nvSpPr>
        <p:spPr>
          <a:xfrm>
            <a:off x="4597638" y="3562213"/>
            <a:ext cx="9092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Thats It!</a:t>
            </a:r>
            <a:endParaRPr sz="12000"/>
          </a:p>
        </p:txBody>
      </p:sp>
      <p:sp>
        <p:nvSpPr>
          <p:cNvPr id="2185" name="Google Shape;2185;p41"/>
          <p:cNvSpPr txBox="1"/>
          <p:nvPr/>
        </p:nvSpPr>
        <p:spPr>
          <a:xfrm>
            <a:off x="1176925" y="6628775"/>
            <a:ext cx="114111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please do your homework</a:t>
            </a:r>
            <a:endParaRPr sz="4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please read slides</a:t>
            </a:r>
            <a:endParaRPr sz="4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ples pls</a:t>
            </a:r>
            <a:endParaRPr sz="4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github link </a:t>
            </a:r>
            <a:endParaRPr sz="4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2186" name="Google Shape;218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100014">
            <a:off x="5218899" y="7844861"/>
            <a:ext cx="2054455" cy="2054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gramming Lesson Presentation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A6A6A6"/>
      </a:lt2>
      <a:accent1>
        <a:srgbClr val="BBBBBB"/>
      </a:accent1>
      <a:accent2>
        <a:srgbClr val="E9E9E9"/>
      </a:accent2>
      <a:accent3>
        <a:srgbClr val="F6836B"/>
      </a:accent3>
      <a:accent4>
        <a:srgbClr val="ED7843"/>
      </a:accent4>
      <a:accent5>
        <a:srgbClr val="FFFEF8"/>
      </a:accent5>
      <a:accent6>
        <a:srgbClr val="5EC9CC"/>
      </a:accent6>
      <a:hlink>
        <a:srgbClr val="FF4F6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gramming Lesson Presentation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A6A6A6"/>
      </a:lt2>
      <a:accent1>
        <a:srgbClr val="BBBBBB"/>
      </a:accent1>
      <a:accent2>
        <a:srgbClr val="E9E9E9"/>
      </a:accent2>
      <a:accent3>
        <a:srgbClr val="F6836B"/>
      </a:accent3>
      <a:accent4>
        <a:srgbClr val="ED7843"/>
      </a:accent4>
      <a:accent5>
        <a:srgbClr val="FFFEF8"/>
      </a:accent5>
      <a:accent6>
        <a:srgbClr val="5EC9CC"/>
      </a:accent6>
      <a:hlink>
        <a:srgbClr val="FF4F6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
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10287000" cx="18288000"/>
  <p:notesSz cx="6858000" cy="9144000"/>
  <p:embeddedFontLst>
    <p:embeddedFont>
      <p:font typeface="Anton"/>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Anton-regular.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2ef98558070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g2ef98558070_0_4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2ef98558070_0_4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g2ef98558070_0_40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g2ef98558070_0_5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g2ef98558070_0_5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2ef98558070_0_6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g2ef98558070_0_6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39c0794093c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8" name="Google Shape;898;g39c0794093c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7" name="Shape 937"/>
        <p:cNvGrpSpPr/>
        <p:nvPr/>
      </p:nvGrpSpPr>
      <p:grpSpPr>
        <a:xfrm>
          <a:off x="0" y="0"/>
          <a:ext cx="0" cy="0"/>
          <a:chOff x="0" y="0"/>
          <a:chExt cx="0" cy="0"/>
        </a:xfrm>
      </p:grpSpPr>
      <p:sp>
        <p:nvSpPr>
          <p:cNvPr id="938" name="Google Shape;938;g2e2d3ac5ecc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g2e2d3ac5ecc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g272f85f43d4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g272f85f43d4_0_3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0" name="Shape 1020"/>
        <p:cNvGrpSpPr/>
        <p:nvPr/>
      </p:nvGrpSpPr>
      <p:grpSpPr>
        <a:xfrm>
          <a:off x="0" y="0"/>
          <a:ext cx="0" cy="0"/>
          <a:chOff x="0" y="0"/>
          <a:chExt cx="0" cy="0"/>
        </a:xfrm>
      </p:grpSpPr>
      <p:sp>
        <p:nvSpPr>
          <p:cNvPr id="1021" name="Google Shape;1021;g2ef98558070_0_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g2ef98558070_0_9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9" name="Shape 1089"/>
        <p:cNvGrpSpPr/>
        <p:nvPr/>
      </p:nvGrpSpPr>
      <p:grpSpPr>
        <a:xfrm>
          <a:off x="0" y="0"/>
          <a:ext cx="0" cy="0"/>
          <a:chOff x="0" y="0"/>
          <a:chExt cx="0" cy="0"/>
        </a:xfrm>
      </p:grpSpPr>
      <p:sp>
        <p:nvSpPr>
          <p:cNvPr id="1090" name="Google Shape;1090;g2ef98558070_0_10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g2ef98558070_0_10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2ef98558070_1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g2ef98558070_1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2ef98558070_1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g2ef98558070_1_1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3983d18b989_1_1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g3983d18b989_1_12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0" name="Shape 1230"/>
        <p:cNvGrpSpPr/>
        <p:nvPr/>
      </p:nvGrpSpPr>
      <p:grpSpPr>
        <a:xfrm>
          <a:off x="0" y="0"/>
          <a:ext cx="0" cy="0"/>
          <a:chOff x="0" y="0"/>
          <a:chExt cx="0" cy="0"/>
        </a:xfrm>
      </p:grpSpPr>
      <p:sp>
        <p:nvSpPr>
          <p:cNvPr id="1231" name="Google Shape;1231;g2ef98558070_0_8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g2ef98558070_0_8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8" name="Shape 1298"/>
        <p:cNvGrpSpPr/>
        <p:nvPr/>
      </p:nvGrpSpPr>
      <p:grpSpPr>
        <a:xfrm>
          <a:off x="0" y="0"/>
          <a:ext cx="0" cy="0"/>
          <a:chOff x="0" y="0"/>
          <a:chExt cx="0" cy="0"/>
        </a:xfrm>
      </p:grpSpPr>
      <p:sp>
        <p:nvSpPr>
          <p:cNvPr id="1299" name="Google Shape;1299;g3983d18b989_1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g3983d18b989_1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g3983d18b989_1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g3983d18b989_1_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2" name="Shape 1382"/>
        <p:cNvGrpSpPr/>
        <p:nvPr/>
      </p:nvGrpSpPr>
      <p:grpSpPr>
        <a:xfrm>
          <a:off x="0" y="0"/>
          <a:ext cx="0" cy="0"/>
          <a:chOff x="0" y="0"/>
          <a:chExt cx="0" cy="0"/>
        </a:xfrm>
      </p:grpSpPr>
      <p:sp>
        <p:nvSpPr>
          <p:cNvPr id="1383" name="Google Shape;1383;g3983d18b989_1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g3983d18b989_1_1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4" name="Shape 1424"/>
        <p:cNvGrpSpPr/>
        <p:nvPr/>
      </p:nvGrpSpPr>
      <p:grpSpPr>
        <a:xfrm>
          <a:off x="0" y="0"/>
          <a:ext cx="0" cy="0"/>
          <a:chOff x="0" y="0"/>
          <a:chExt cx="0" cy="0"/>
        </a:xfrm>
      </p:grpSpPr>
      <p:sp>
        <p:nvSpPr>
          <p:cNvPr id="1425" name="Google Shape;1425;g3983d18b989_1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6" name="Google Shape;1426;g3983d18b989_1_1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5" name="Shape 1465"/>
        <p:cNvGrpSpPr/>
        <p:nvPr/>
      </p:nvGrpSpPr>
      <p:grpSpPr>
        <a:xfrm>
          <a:off x="0" y="0"/>
          <a:ext cx="0" cy="0"/>
          <a:chOff x="0" y="0"/>
          <a:chExt cx="0" cy="0"/>
        </a:xfrm>
      </p:grpSpPr>
      <p:sp>
        <p:nvSpPr>
          <p:cNvPr id="1466" name="Google Shape;1466;g39e121fc8ae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g39e121fc8ae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g39c0794093c_0_1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5" name="Google Shape;1535;g39c0794093c_0_16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6" name="Shape 1546"/>
        <p:cNvGrpSpPr/>
        <p:nvPr/>
      </p:nvGrpSpPr>
      <p:grpSpPr>
        <a:xfrm>
          <a:off x="0" y="0"/>
          <a:ext cx="0" cy="0"/>
          <a:chOff x="0" y="0"/>
          <a:chExt cx="0" cy="0"/>
        </a:xfrm>
      </p:grpSpPr>
      <p:sp>
        <p:nvSpPr>
          <p:cNvPr id="1547" name="Google Shape;1547;g2ef98558070_1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g2ef98558070_1_3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g39c0794093c_0_1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g39c0794093c_0_10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
          <p:cNvSpPr txBox="1"/>
          <p:nvPr>
            <p:ph type="ctrTitle"/>
          </p:nvPr>
        </p:nvSpPr>
        <p:spPr>
          <a:xfrm>
            <a:off x="614350" y="2454275"/>
            <a:ext cx="16557000" cy="14700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 name="Google Shape;11;p3"/>
          <p:cNvSpPr txBox="1"/>
          <p:nvPr>
            <p:ph idx="1" type="subTitle"/>
          </p:nvPr>
        </p:nvSpPr>
        <p:spPr>
          <a:xfrm>
            <a:off x="4491025" y="56245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SzPts val="1500"/>
              <a:buNone/>
              <a:defRPr/>
            </a:lvl1pPr>
            <a:lvl2pPr lvl="1" algn="ctr">
              <a:spcBef>
                <a:spcPts val="560"/>
              </a:spcBef>
              <a:spcAft>
                <a:spcPts val="0"/>
              </a:spcAft>
              <a:buSzPts val="2800"/>
              <a:buNone/>
              <a:defRPr/>
            </a:lvl2pPr>
            <a:lvl3pPr lvl="2" algn="ctr">
              <a:spcBef>
                <a:spcPts val="480"/>
              </a:spcBef>
              <a:spcAft>
                <a:spcPts val="0"/>
              </a:spcAft>
              <a:buSzPts val="2400"/>
              <a:buNone/>
              <a:defRPr/>
            </a:lvl3pPr>
            <a:lvl4pPr lvl="3" algn="ctr">
              <a:spcBef>
                <a:spcPts val="400"/>
              </a:spcBef>
              <a:spcAft>
                <a:spcPts val="0"/>
              </a:spcAft>
              <a:buSzPts val="2000"/>
              <a:buNone/>
              <a:defRPr/>
            </a:lvl4pPr>
            <a:lvl5pPr lvl="4" algn="ctr">
              <a:spcBef>
                <a:spcPts val="400"/>
              </a:spcBef>
              <a:spcAft>
                <a:spcPts val="0"/>
              </a:spcAft>
              <a:buSzPts val="2000"/>
              <a:buNone/>
              <a:defRPr/>
            </a:lvl5pPr>
            <a:lvl6pPr lvl="5" algn="ctr">
              <a:spcBef>
                <a:spcPts val="400"/>
              </a:spcBef>
              <a:spcAft>
                <a:spcPts val="0"/>
              </a:spcAft>
              <a:buSzPts val="2000"/>
              <a:buNone/>
              <a:defRPr/>
            </a:lvl6pPr>
            <a:lvl7pPr lvl="6" algn="ctr">
              <a:spcBef>
                <a:spcPts val="400"/>
              </a:spcBef>
              <a:spcAft>
                <a:spcPts val="0"/>
              </a:spcAft>
              <a:buSzPts val="2000"/>
              <a:buNone/>
              <a:defRPr/>
            </a:lvl7pPr>
            <a:lvl8pPr lvl="7" algn="ctr">
              <a:spcBef>
                <a:spcPts val="400"/>
              </a:spcBef>
              <a:spcAft>
                <a:spcPts val="0"/>
              </a:spcAft>
              <a:buSzPts val="2000"/>
              <a:buNone/>
              <a:defRPr/>
            </a:lvl8pPr>
            <a:lvl9pPr lvl="8" algn="ctr">
              <a:spcBef>
                <a:spcPts val="400"/>
              </a:spcBef>
              <a:spcAft>
                <a:spcPts val="0"/>
              </a:spcAft>
              <a:buSzPts val="2000"/>
              <a:buNone/>
              <a:defRPr/>
            </a:lvl9pPr>
          </a:lstStyle>
          <a:p/>
        </p:txBody>
      </p:sp>
      <p:grpSp>
        <p:nvGrpSpPr>
          <p:cNvPr id="12" name="Google Shape;12;p3"/>
          <p:cNvGrpSpPr/>
          <p:nvPr/>
        </p:nvGrpSpPr>
        <p:grpSpPr>
          <a:xfrm>
            <a:off x="11999778" y="8704662"/>
            <a:ext cx="5851052" cy="1310243"/>
            <a:chOff x="2" y="-564"/>
            <a:chExt cx="7801403" cy="1746991"/>
          </a:xfrm>
        </p:grpSpPr>
        <p:grpSp>
          <p:nvGrpSpPr>
            <p:cNvPr id="13" name="Google Shape;13;p3"/>
            <p:cNvGrpSpPr/>
            <p:nvPr/>
          </p:nvGrpSpPr>
          <p:grpSpPr>
            <a:xfrm rot="10800000">
              <a:off x="5628043" y="1225496"/>
              <a:ext cx="2173362" cy="520931"/>
              <a:chOff x="0" y="-47625"/>
              <a:chExt cx="429306" cy="102900"/>
            </a:xfrm>
          </p:grpSpPr>
          <p:sp>
            <p:nvSpPr>
              <p:cNvPr id="14" name="Google Shape;14;p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 name="Google Shape;16;p3"/>
            <p:cNvGrpSpPr/>
            <p:nvPr/>
          </p:nvGrpSpPr>
          <p:grpSpPr>
            <a:xfrm rot="10800000">
              <a:off x="3056329" y="1225496"/>
              <a:ext cx="2173362" cy="520931"/>
              <a:chOff x="0" y="-47625"/>
              <a:chExt cx="429306" cy="102900"/>
            </a:xfrm>
          </p:grpSpPr>
          <p:sp>
            <p:nvSpPr>
              <p:cNvPr id="17" name="Google Shape;17;p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 name="Google Shape;19;p3"/>
            <p:cNvGrpSpPr/>
            <p:nvPr/>
          </p:nvGrpSpPr>
          <p:grpSpPr>
            <a:xfrm rot="10800000">
              <a:off x="4282710" y="409333"/>
              <a:ext cx="2173362" cy="520931"/>
              <a:chOff x="0" y="-47625"/>
              <a:chExt cx="429306" cy="102900"/>
            </a:xfrm>
          </p:grpSpPr>
          <p:sp>
            <p:nvSpPr>
              <p:cNvPr id="20" name="Google Shape;20;p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 name="Google Shape;22;p3"/>
            <p:cNvGrpSpPr/>
            <p:nvPr/>
          </p:nvGrpSpPr>
          <p:grpSpPr>
            <a:xfrm rot="10800000">
              <a:off x="1969648" y="420756"/>
              <a:ext cx="2173362" cy="520931"/>
              <a:chOff x="0" y="-47625"/>
              <a:chExt cx="429306" cy="102900"/>
            </a:xfrm>
          </p:grpSpPr>
          <p:sp>
            <p:nvSpPr>
              <p:cNvPr id="23" name="Google Shape;23;p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 name="Google Shape;25;p3"/>
            <p:cNvGrpSpPr/>
            <p:nvPr/>
          </p:nvGrpSpPr>
          <p:grpSpPr>
            <a:xfrm rot="10800000">
              <a:off x="1295727" y="1225496"/>
              <a:ext cx="1191034" cy="520931"/>
              <a:chOff x="0" y="-47625"/>
              <a:chExt cx="235266" cy="102900"/>
            </a:xfrm>
          </p:grpSpPr>
          <p:sp>
            <p:nvSpPr>
              <p:cNvPr id="26" name="Google Shape;26;p3"/>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3"/>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 name="Google Shape;28;p3"/>
            <p:cNvGrpSpPr/>
            <p:nvPr/>
          </p:nvGrpSpPr>
          <p:grpSpPr>
            <a:xfrm rot="10800000">
              <a:off x="2" y="420756"/>
              <a:ext cx="1191034" cy="520931"/>
              <a:chOff x="0" y="-47625"/>
              <a:chExt cx="235266" cy="102900"/>
            </a:xfrm>
          </p:grpSpPr>
          <p:sp>
            <p:nvSpPr>
              <p:cNvPr id="29" name="Google Shape;29;p3"/>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3"/>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 name="Google Shape;31;p3"/>
            <p:cNvGrpSpPr/>
            <p:nvPr/>
          </p:nvGrpSpPr>
          <p:grpSpPr>
            <a:xfrm rot="10800000">
              <a:off x="6598555" y="420693"/>
              <a:ext cx="1202850" cy="498150"/>
              <a:chOff x="0" y="-47625"/>
              <a:chExt cx="237600" cy="98400"/>
            </a:xfrm>
          </p:grpSpPr>
          <p:sp>
            <p:nvSpPr>
              <p:cNvPr id="32" name="Google Shape;32;p3"/>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3"/>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 name="Google Shape;34;p3"/>
            <p:cNvGrpSpPr/>
            <p:nvPr/>
          </p:nvGrpSpPr>
          <p:grpSpPr>
            <a:xfrm rot="10800000">
              <a:off x="3423956" y="819231"/>
              <a:ext cx="4377448" cy="520931"/>
              <a:chOff x="0" y="-47625"/>
              <a:chExt cx="864681" cy="102900"/>
            </a:xfrm>
          </p:grpSpPr>
          <p:sp>
            <p:nvSpPr>
              <p:cNvPr id="35" name="Google Shape;35;p3"/>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3"/>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 name="Google Shape;37;p3"/>
            <p:cNvGrpSpPr/>
            <p:nvPr/>
          </p:nvGrpSpPr>
          <p:grpSpPr>
            <a:xfrm rot="10800000">
              <a:off x="3423956" y="-564"/>
              <a:ext cx="4377448" cy="520931"/>
              <a:chOff x="0" y="-47625"/>
              <a:chExt cx="864681" cy="102900"/>
            </a:xfrm>
          </p:grpSpPr>
          <p:sp>
            <p:nvSpPr>
              <p:cNvPr id="38" name="Google Shape;38;p3"/>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3"/>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40" name="Google Shape;40;p3"/>
          <p:cNvGrpSpPr/>
          <p:nvPr/>
        </p:nvGrpSpPr>
        <p:grpSpPr>
          <a:xfrm rot="2821244">
            <a:off x="16959832" y="165852"/>
            <a:ext cx="1057608" cy="1194515"/>
            <a:chOff x="-95789" y="-89371"/>
            <a:chExt cx="1410145" cy="1592687"/>
          </a:xfrm>
        </p:grpSpPr>
        <p:grpSp>
          <p:nvGrpSpPr>
            <p:cNvPr id="41" name="Google Shape;41;p3"/>
            <p:cNvGrpSpPr/>
            <p:nvPr/>
          </p:nvGrpSpPr>
          <p:grpSpPr>
            <a:xfrm rot="-2821068">
              <a:off x="134816" y="282908"/>
              <a:ext cx="943563" cy="1040889"/>
              <a:chOff x="0" y="-47625"/>
              <a:chExt cx="343200" cy="378600"/>
            </a:xfrm>
          </p:grpSpPr>
          <p:sp>
            <p:nvSpPr>
              <p:cNvPr id="42" name="Google Shape;42;p3"/>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 name="Google Shape;44;p3"/>
            <p:cNvGrpSpPr/>
            <p:nvPr/>
          </p:nvGrpSpPr>
          <p:grpSpPr>
            <a:xfrm rot="-2821068">
              <a:off x="140189" y="90147"/>
              <a:ext cx="943563" cy="1040889"/>
              <a:chOff x="0" y="-47625"/>
              <a:chExt cx="343200" cy="378600"/>
            </a:xfrm>
          </p:grpSpPr>
          <p:sp>
            <p:nvSpPr>
              <p:cNvPr id="45" name="Google Shape;45;p3"/>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 name="Google Shape;47;p3"/>
            <p:cNvGrpSpPr/>
            <p:nvPr/>
          </p:nvGrpSpPr>
          <p:grpSpPr>
            <a:xfrm>
              <a:off x="625032" y="253444"/>
              <a:ext cx="69946" cy="699550"/>
              <a:chOff x="0" y="-47625"/>
              <a:chExt cx="31856" cy="318600"/>
            </a:xfrm>
          </p:grpSpPr>
          <p:sp>
            <p:nvSpPr>
              <p:cNvPr id="48" name="Google Shape;48;p3"/>
              <p:cNvSpPr/>
              <p:nvPr/>
            </p:nvSpPr>
            <p:spPr>
              <a:xfrm>
                <a:off x="0" y="0"/>
                <a:ext cx="31856" cy="270933"/>
              </a:xfrm>
              <a:custGeom>
                <a:rect b="b" l="l" r="r" t="t"/>
                <a:pathLst>
                  <a:path extrusionOk="0" h="270933" w="31856">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3"/>
              <p:cNvSpPr txBox="1"/>
              <p:nvPr/>
            </p:nvSpPr>
            <p:spPr>
              <a:xfrm>
                <a:off x="0" y="-47625"/>
                <a:ext cx="318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 name="Google Shape;50;p3"/>
            <p:cNvGrpSpPr/>
            <p:nvPr/>
          </p:nvGrpSpPr>
          <p:grpSpPr>
            <a:xfrm rot="5400000">
              <a:off x="675978" y="305678"/>
              <a:ext cx="72520" cy="699550"/>
              <a:chOff x="0" y="-47625"/>
              <a:chExt cx="33028" cy="318600"/>
            </a:xfrm>
          </p:grpSpPr>
          <p:sp>
            <p:nvSpPr>
              <p:cNvPr id="51" name="Google Shape;51;p3"/>
              <p:cNvSpPr/>
              <p:nvPr/>
            </p:nvSpPr>
            <p:spPr>
              <a:xfrm>
                <a:off x="0" y="0"/>
                <a:ext cx="33028" cy="270933"/>
              </a:xfrm>
              <a:custGeom>
                <a:rect b="b" l="l" r="r" t="t"/>
                <a:pathLst>
                  <a:path extrusionOk="0" h="270933" w="33028">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3"/>
              <p:cNvSpPr txBox="1"/>
              <p:nvPr/>
            </p:nvSpPr>
            <p:spPr>
              <a:xfrm>
                <a:off x="0" y="-47625"/>
                <a:ext cx="330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53" name="Google Shape;53;p3"/>
          <p:cNvSpPr/>
          <p:nvPr/>
        </p:nvSpPr>
        <p:spPr>
          <a:xfrm>
            <a:off x="9692551" y="7638170"/>
            <a:ext cx="836443" cy="1333460"/>
          </a:xfrm>
          <a:custGeom>
            <a:rect b="b" l="l" r="r" t="t"/>
            <a:pathLst>
              <a:path extrusionOk="0" h="1333460" w="836443">
                <a:moveTo>
                  <a:pt x="0" y="0"/>
                </a:moveTo>
                <a:lnTo>
                  <a:pt x="836443" y="0"/>
                </a:lnTo>
                <a:lnTo>
                  <a:pt x="836443" y="1333460"/>
                </a:lnTo>
                <a:lnTo>
                  <a:pt x="0" y="1333460"/>
                </a:lnTo>
                <a:lnTo>
                  <a:pt x="0" y="0"/>
                </a:lnTo>
                <a:close/>
              </a:path>
            </a:pathLst>
          </a:custGeom>
          <a:blipFill rotWithShape="1">
            <a:blip r:embed="rId2">
              <a:alphaModFix/>
            </a:blip>
            <a:stretch>
              <a:fillRect b="0" l="0" r="0" t="0"/>
            </a:stretch>
          </a:blip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4" name="Shape 54"/>
        <p:cNvGrpSpPr/>
        <p:nvPr/>
      </p:nvGrpSpPr>
      <p:grpSpPr>
        <a:xfrm>
          <a:off x="0" y="0"/>
          <a:ext cx="0" cy="0"/>
          <a:chOff x="0" y="0"/>
          <a:chExt cx="0" cy="0"/>
        </a:xfrm>
      </p:grpSpPr>
      <p:sp>
        <p:nvSpPr>
          <p:cNvPr id="55" name="Google Shape;55;p4"/>
          <p:cNvSpPr txBox="1"/>
          <p:nvPr>
            <p:ph type="title"/>
          </p:nvPr>
        </p:nvSpPr>
        <p:spPr>
          <a:xfrm>
            <a:off x="655875" y="2637975"/>
            <a:ext cx="16500000" cy="1143000"/>
          </a:xfrm>
          <a:prstGeom prst="rect">
            <a:avLst/>
          </a:prstGeom>
          <a:noFill/>
          <a:ln>
            <a:noFill/>
          </a:ln>
        </p:spPr>
        <p:txBody>
          <a:bodyPr anchorCtr="0" anchor="ctr" bIns="45700" lIns="91425" spcFirstLastPara="1" rIns="91425" wrap="square" tIns="4570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
          <p:cNvSpPr txBox="1"/>
          <p:nvPr>
            <p:ph idx="1" type="body"/>
          </p:nvPr>
        </p:nvSpPr>
        <p:spPr>
          <a:xfrm>
            <a:off x="1981225" y="5942025"/>
            <a:ext cx="6927300" cy="29850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grpSp>
        <p:nvGrpSpPr>
          <p:cNvPr id="57" name="Google Shape;57;p4"/>
          <p:cNvGrpSpPr/>
          <p:nvPr/>
        </p:nvGrpSpPr>
        <p:grpSpPr>
          <a:xfrm>
            <a:off x="11999778" y="8704662"/>
            <a:ext cx="5851052" cy="1310243"/>
            <a:chOff x="2" y="-564"/>
            <a:chExt cx="7801403" cy="1746991"/>
          </a:xfrm>
        </p:grpSpPr>
        <p:grpSp>
          <p:nvGrpSpPr>
            <p:cNvPr id="58" name="Google Shape;58;p4"/>
            <p:cNvGrpSpPr/>
            <p:nvPr/>
          </p:nvGrpSpPr>
          <p:grpSpPr>
            <a:xfrm rot="10800000">
              <a:off x="5628043" y="1225496"/>
              <a:ext cx="2173362" cy="520931"/>
              <a:chOff x="0" y="-47625"/>
              <a:chExt cx="429306" cy="102900"/>
            </a:xfrm>
          </p:grpSpPr>
          <p:sp>
            <p:nvSpPr>
              <p:cNvPr id="59" name="Google Shape;59;p4"/>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4"/>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1" name="Google Shape;61;p4"/>
            <p:cNvGrpSpPr/>
            <p:nvPr/>
          </p:nvGrpSpPr>
          <p:grpSpPr>
            <a:xfrm rot="10800000">
              <a:off x="3056329" y="1225496"/>
              <a:ext cx="2173362" cy="520931"/>
              <a:chOff x="0" y="-47625"/>
              <a:chExt cx="429306" cy="102900"/>
            </a:xfrm>
          </p:grpSpPr>
          <p:sp>
            <p:nvSpPr>
              <p:cNvPr id="62" name="Google Shape;62;p4"/>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4"/>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4" name="Google Shape;64;p4"/>
            <p:cNvGrpSpPr/>
            <p:nvPr/>
          </p:nvGrpSpPr>
          <p:grpSpPr>
            <a:xfrm rot="10800000">
              <a:off x="4282710" y="409333"/>
              <a:ext cx="2173362" cy="520931"/>
              <a:chOff x="0" y="-47625"/>
              <a:chExt cx="429306" cy="102900"/>
            </a:xfrm>
          </p:grpSpPr>
          <p:sp>
            <p:nvSpPr>
              <p:cNvPr id="65" name="Google Shape;65;p4"/>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7" name="Google Shape;67;p4"/>
            <p:cNvGrpSpPr/>
            <p:nvPr/>
          </p:nvGrpSpPr>
          <p:grpSpPr>
            <a:xfrm rot="10800000">
              <a:off x="1969648" y="420756"/>
              <a:ext cx="2173362" cy="520931"/>
              <a:chOff x="0" y="-47625"/>
              <a:chExt cx="429306" cy="102900"/>
            </a:xfrm>
          </p:grpSpPr>
          <p:sp>
            <p:nvSpPr>
              <p:cNvPr id="68" name="Google Shape;68;p4"/>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4"/>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0" name="Google Shape;70;p4"/>
            <p:cNvGrpSpPr/>
            <p:nvPr/>
          </p:nvGrpSpPr>
          <p:grpSpPr>
            <a:xfrm rot="10800000">
              <a:off x="1295727" y="1225496"/>
              <a:ext cx="1191034" cy="520931"/>
              <a:chOff x="0" y="-47625"/>
              <a:chExt cx="235266" cy="102900"/>
            </a:xfrm>
          </p:grpSpPr>
          <p:sp>
            <p:nvSpPr>
              <p:cNvPr id="71" name="Google Shape;71;p4"/>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4"/>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3" name="Google Shape;73;p4"/>
            <p:cNvGrpSpPr/>
            <p:nvPr/>
          </p:nvGrpSpPr>
          <p:grpSpPr>
            <a:xfrm rot="10800000">
              <a:off x="2" y="420756"/>
              <a:ext cx="1191034" cy="520931"/>
              <a:chOff x="0" y="-47625"/>
              <a:chExt cx="235266" cy="102900"/>
            </a:xfrm>
          </p:grpSpPr>
          <p:sp>
            <p:nvSpPr>
              <p:cNvPr id="74" name="Google Shape;74;p4"/>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4"/>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6" name="Google Shape;76;p4"/>
            <p:cNvGrpSpPr/>
            <p:nvPr/>
          </p:nvGrpSpPr>
          <p:grpSpPr>
            <a:xfrm rot="10800000">
              <a:off x="6598555" y="420693"/>
              <a:ext cx="1202850" cy="498150"/>
              <a:chOff x="0" y="-47625"/>
              <a:chExt cx="237600" cy="98400"/>
            </a:xfrm>
          </p:grpSpPr>
          <p:sp>
            <p:nvSpPr>
              <p:cNvPr id="77" name="Google Shape;77;p4"/>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9" name="Google Shape;79;p4"/>
            <p:cNvGrpSpPr/>
            <p:nvPr/>
          </p:nvGrpSpPr>
          <p:grpSpPr>
            <a:xfrm rot="10800000">
              <a:off x="3423956" y="819231"/>
              <a:ext cx="4377448" cy="520931"/>
              <a:chOff x="0" y="-47625"/>
              <a:chExt cx="864681" cy="102900"/>
            </a:xfrm>
          </p:grpSpPr>
          <p:sp>
            <p:nvSpPr>
              <p:cNvPr id="80" name="Google Shape;80;p4"/>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2" name="Google Shape;82;p4"/>
            <p:cNvGrpSpPr/>
            <p:nvPr/>
          </p:nvGrpSpPr>
          <p:grpSpPr>
            <a:xfrm rot="10800000">
              <a:off x="3423956" y="-564"/>
              <a:ext cx="4377448" cy="520931"/>
              <a:chOff x="0" y="-47625"/>
              <a:chExt cx="864681" cy="102900"/>
            </a:xfrm>
          </p:grpSpPr>
          <p:sp>
            <p:nvSpPr>
              <p:cNvPr id="83" name="Google Shape;83;p4"/>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4"/>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85" name="Google Shape;85;p4"/>
          <p:cNvGrpSpPr/>
          <p:nvPr/>
        </p:nvGrpSpPr>
        <p:grpSpPr>
          <a:xfrm>
            <a:off x="503084" y="428766"/>
            <a:ext cx="5851052" cy="1310243"/>
            <a:chOff x="2" y="-564"/>
            <a:chExt cx="7801403" cy="1746991"/>
          </a:xfrm>
        </p:grpSpPr>
        <p:grpSp>
          <p:nvGrpSpPr>
            <p:cNvPr id="86" name="Google Shape;86;p4"/>
            <p:cNvGrpSpPr/>
            <p:nvPr/>
          </p:nvGrpSpPr>
          <p:grpSpPr>
            <a:xfrm rot="10800000">
              <a:off x="5628043" y="1225496"/>
              <a:ext cx="2173362" cy="520931"/>
              <a:chOff x="0" y="-47625"/>
              <a:chExt cx="429306" cy="102900"/>
            </a:xfrm>
          </p:grpSpPr>
          <p:sp>
            <p:nvSpPr>
              <p:cNvPr id="87" name="Google Shape;87;p4"/>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9" name="Google Shape;89;p4"/>
            <p:cNvGrpSpPr/>
            <p:nvPr/>
          </p:nvGrpSpPr>
          <p:grpSpPr>
            <a:xfrm rot="10800000">
              <a:off x="3056329" y="1225496"/>
              <a:ext cx="2173362" cy="520931"/>
              <a:chOff x="0" y="-47625"/>
              <a:chExt cx="429306" cy="102900"/>
            </a:xfrm>
          </p:grpSpPr>
          <p:sp>
            <p:nvSpPr>
              <p:cNvPr id="90" name="Google Shape;90;p4"/>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4"/>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2" name="Google Shape;92;p4"/>
            <p:cNvGrpSpPr/>
            <p:nvPr/>
          </p:nvGrpSpPr>
          <p:grpSpPr>
            <a:xfrm rot="10800000">
              <a:off x="4282710" y="409333"/>
              <a:ext cx="2173362" cy="520931"/>
              <a:chOff x="0" y="-47625"/>
              <a:chExt cx="429306" cy="102900"/>
            </a:xfrm>
          </p:grpSpPr>
          <p:sp>
            <p:nvSpPr>
              <p:cNvPr id="93" name="Google Shape;93;p4"/>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4"/>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5" name="Google Shape;95;p4"/>
            <p:cNvGrpSpPr/>
            <p:nvPr/>
          </p:nvGrpSpPr>
          <p:grpSpPr>
            <a:xfrm rot="10800000">
              <a:off x="1969648" y="420756"/>
              <a:ext cx="2173362" cy="520931"/>
              <a:chOff x="0" y="-47625"/>
              <a:chExt cx="429306" cy="102900"/>
            </a:xfrm>
          </p:grpSpPr>
          <p:sp>
            <p:nvSpPr>
              <p:cNvPr id="96" name="Google Shape;96;p4"/>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8" name="Google Shape;98;p4"/>
            <p:cNvGrpSpPr/>
            <p:nvPr/>
          </p:nvGrpSpPr>
          <p:grpSpPr>
            <a:xfrm rot="10800000">
              <a:off x="1295727" y="1225496"/>
              <a:ext cx="1191034" cy="520931"/>
              <a:chOff x="0" y="-47625"/>
              <a:chExt cx="235266" cy="102900"/>
            </a:xfrm>
          </p:grpSpPr>
          <p:sp>
            <p:nvSpPr>
              <p:cNvPr id="99" name="Google Shape;99;p4"/>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1" name="Google Shape;101;p4"/>
            <p:cNvGrpSpPr/>
            <p:nvPr/>
          </p:nvGrpSpPr>
          <p:grpSpPr>
            <a:xfrm rot="10800000">
              <a:off x="2" y="420756"/>
              <a:ext cx="1191034" cy="520931"/>
              <a:chOff x="0" y="-47625"/>
              <a:chExt cx="235266" cy="102900"/>
            </a:xfrm>
          </p:grpSpPr>
          <p:sp>
            <p:nvSpPr>
              <p:cNvPr id="102" name="Google Shape;102;p4"/>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4" name="Google Shape;104;p4"/>
            <p:cNvGrpSpPr/>
            <p:nvPr/>
          </p:nvGrpSpPr>
          <p:grpSpPr>
            <a:xfrm rot="10800000">
              <a:off x="6598555" y="420693"/>
              <a:ext cx="1202850" cy="498150"/>
              <a:chOff x="0" y="-47625"/>
              <a:chExt cx="237600" cy="98400"/>
            </a:xfrm>
          </p:grpSpPr>
          <p:sp>
            <p:nvSpPr>
              <p:cNvPr id="105" name="Google Shape;105;p4"/>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7" name="Google Shape;107;p4"/>
            <p:cNvGrpSpPr/>
            <p:nvPr/>
          </p:nvGrpSpPr>
          <p:grpSpPr>
            <a:xfrm rot="10800000">
              <a:off x="3423956" y="819231"/>
              <a:ext cx="4377448" cy="520931"/>
              <a:chOff x="0" y="-47625"/>
              <a:chExt cx="864681" cy="102900"/>
            </a:xfrm>
          </p:grpSpPr>
          <p:sp>
            <p:nvSpPr>
              <p:cNvPr id="108" name="Google Shape;108;p4"/>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4"/>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0" name="Google Shape;110;p4"/>
            <p:cNvGrpSpPr/>
            <p:nvPr/>
          </p:nvGrpSpPr>
          <p:grpSpPr>
            <a:xfrm rot="10800000">
              <a:off x="3423956" y="-564"/>
              <a:ext cx="4377448" cy="520931"/>
              <a:chOff x="0" y="-47625"/>
              <a:chExt cx="864681" cy="102900"/>
            </a:xfrm>
          </p:grpSpPr>
          <p:sp>
            <p:nvSpPr>
              <p:cNvPr id="111" name="Google Shape;111;p4"/>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4"/>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13" name="Google Shape;113;p4"/>
          <p:cNvGrpSpPr/>
          <p:nvPr/>
        </p:nvGrpSpPr>
        <p:grpSpPr>
          <a:xfrm rot="2821244">
            <a:off x="16959832" y="165852"/>
            <a:ext cx="1057608" cy="1194515"/>
            <a:chOff x="-95789" y="-89371"/>
            <a:chExt cx="1410145" cy="1592687"/>
          </a:xfrm>
        </p:grpSpPr>
        <p:grpSp>
          <p:nvGrpSpPr>
            <p:cNvPr id="114" name="Google Shape;114;p4"/>
            <p:cNvGrpSpPr/>
            <p:nvPr/>
          </p:nvGrpSpPr>
          <p:grpSpPr>
            <a:xfrm rot="-2821068">
              <a:off x="134816" y="282908"/>
              <a:ext cx="943563" cy="1040889"/>
              <a:chOff x="0" y="-47625"/>
              <a:chExt cx="343200" cy="378600"/>
            </a:xfrm>
          </p:grpSpPr>
          <p:sp>
            <p:nvSpPr>
              <p:cNvPr id="115" name="Google Shape;115;p4"/>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4"/>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7" name="Google Shape;117;p4"/>
            <p:cNvGrpSpPr/>
            <p:nvPr/>
          </p:nvGrpSpPr>
          <p:grpSpPr>
            <a:xfrm rot="-2821068">
              <a:off x="140189" y="90147"/>
              <a:ext cx="943563" cy="1040889"/>
              <a:chOff x="0" y="-47625"/>
              <a:chExt cx="343200" cy="378600"/>
            </a:xfrm>
          </p:grpSpPr>
          <p:sp>
            <p:nvSpPr>
              <p:cNvPr id="118" name="Google Shape;118;p4"/>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0" name="Google Shape;120;p4"/>
            <p:cNvGrpSpPr/>
            <p:nvPr/>
          </p:nvGrpSpPr>
          <p:grpSpPr>
            <a:xfrm>
              <a:off x="625032" y="253444"/>
              <a:ext cx="69946" cy="699550"/>
              <a:chOff x="0" y="-47625"/>
              <a:chExt cx="31856" cy="318600"/>
            </a:xfrm>
          </p:grpSpPr>
          <p:sp>
            <p:nvSpPr>
              <p:cNvPr id="121" name="Google Shape;121;p4"/>
              <p:cNvSpPr/>
              <p:nvPr/>
            </p:nvSpPr>
            <p:spPr>
              <a:xfrm>
                <a:off x="0" y="0"/>
                <a:ext cx="31856" cy="270933"/>
              </a:xfrm>
              <a:custGeom>
                <a:rect b="b" l="l" r="r" t="t"/>
                <a:pathLst>
                  <a:path extrusionOk="0" h="270933" w="31856">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
              <p:cNvSpPr txBox="1"/>
              <p:nvPr/>
            </p:nvSpPr>
            <p:spPr>
              <a:xfrm>
                <a:off x="0" y="-47625"/>
                <a:ext cx="318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3" name="Google Shape;123;p4"/>
            <p:cNvGrpSpPr/>
            <p:nvPr/>
          </p:nvGrpSpPr>
          <p:grpSpPr>
            <a:xfrm rot="5400000">
              <a:off x="675978" y="305678"/>
              <a:ext cx="72520" cy="699550"/>
              <a:chOff x="0" y="-47625"/>
              <a:chExt cx="33028" cy="318600"/>
            </a:xfrm>
          </p:grpSpPr>
          <p:sp>
            <p:nvSpPr>
              <p:cNvPr id="124" name="Google Shape;124;p4"/>
              <p:cNvSpPr/>
              <p:nvPr/>
            </p:nvSpPr>
            <p:spPr>
              <a:xfrm>
                <a:off x="0" y="0"/>
                <a:ext cx="33028" cy="270933"/>
              </a:xfrm>
              <a:custGeom>
                <a:rect b="b" l="l" r="r" t="t"/>
                <a:pathLst>
                  <a:path extrusionOk="0" h="270933" w="33028">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4"/>
              <p:cNvSpPr txBox="1"/>
              <p:nvPr/>
            </p:nvSpPr>
            <p:spPr>
              <a:xfrm>
                <a:off x="0" y="-47625"/>
                <a:ext cx="330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6" name="Shape 126"/>
        <p:cNvGrpSpPr/>
        <p:nvPr/>
      </p:nvGrpSpPr>
      <p:grpSpPr>
        <a:xfrm>
          <a:off x="0" y="0"/>
          <a:ext cx="0" cy="0"/>
          <a:chOff x="0" y="0"/>
          <a:chExt cx="0" cy="0"/>
        </a:xfrm>
      </p:grpSpPr>
      <p:sp>
        <p:nvSpPr>
          <p:cNvPr id="127" name="Google Shape;127;p5"/>
          <p:cNvSpPr txBox="1"/>
          <p:nvPr>
            <p:ph type="title"/>
          </p:nvPr>
        </p:nvSpPr>
        <p:spPr>
          <a:xfrm>
            <a:off x="740850" y="1382675"/>
            <a:ext cx="16806300" cy="13620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12500"/>
              <a:buNone/>
              <a:defRPr cap="none"/>
            </a:lvl1pPr>
            <a:lvl2pPr lvl="1">
              <a:spcBef>
                <a:spcPts val="0"/>
              </a:spcBef>
              <a:spcAft>
                <a:spcPts val="0"/>
              </a:spcAft>
              <a:buSzPts val="12500"/>
              <a:buFont typeface="Anton"/>
              <a:buNone/>
              <a:defRPr sz="12500">
                <a:latin typeface="Anton"/>
                <a:ea typeface="Anton"/>
                <a:cs typeface="Anton"/>
                <a:sym typeface="Anton"/>
              </a:defRPr>
            </a:lvl2pPr>
            <a:lvl3pPr lvl="2">
              <a:spcBef>
                <a:spcPts val="0"/>
              </a:spcBef>
              <a:spcAft>
                <a:spcPts val="0"/>
              </a:spcAft>
              <a:buSzPts val="12500"/>
              <a:buFont typeface="Anton"/>
              <a:buNone/>
              <a:defRPr sz="12500">
                <a:latin typeface="Anton"/>
                <a:ea typeface="Anton"/>
                <a:cs typeface="Anton"/>
                <a:sym typeface="Anton"/>
              </a:defRPr>
            </a:lvl3pPr>
            <a:lvl4pPr lvl="3">
              <a:spcBef>
                <a:spcPts val="0"/>
              </a:spcBef>
              <a:spcAft>
                <a:spcPts val="0"/>
              </a:spcAft>
              <a:buSzPts val="12500"/>
              <a:buFont typeface="Anton"/>
              <a:buNone/>
              <a:defRPr sz="12500">
                <a:latin typeface="Anton"/>
                <a:ea typeface="Anton"/>
                <a:cs typeface="Anton"/>
                <a:sym typeface="Anton"/>
              </a:defRPr>
            </a:lvl4pPr>
            <a:lvl5pPr lvl="4">
              <a:spcBef>
                <a:spcPts val="0"/>
              </a:spcBef>
              <a:spcAft>
                <a:spcPts val="0"/>
              </a:spcAft>
              <a:buSzPts val="12500"/>
              <a:buFont typeface="Anton"/>
              <a:buNone/>
              <a:defRPr sz="12500">
                <a:latin typeface="Anton"/>
                <a:ea typeface="Anton"/>
                <a:cs typeface="Anton"/>
                <a:sym typeface="Anton"/>
              </a:defRPr>
            </a:lvl5pPr>
            <a:lvl6pPr lvl="5">
              <a:spcBef>
                <a:spcPts val="0"/>
              </a:spcBef>
              <a:spcAft>
                <a:spcPts val="0"/>
              </a:spcAft>
              <a:buSzPts val="12500"/>
              <a:buFont typeface="Anton"/>
              <a:buNone/>
              <a:defRPr sz="12500">
                <a:latin typeface="Anton"/>
                <a:ea typeface="Anton"/>
                <a:cs typeface="Anton"/>
                <a:sym typeface="Anton"/>
              </a:defRPr>
            </a:lvl6pPr>
            <a:lvl7pPr lvl="6">
              <a:spcBef>
                <a:spcPts val="0"/>
              </a:spcBef>
              <a:spcAft>
                <a:spcPts val="0"/>
              </a:spcAft>
              <a:buSzPts val="12500"/>
              <a:buFont typeface="Anton"/>
              <a:buNone/>
              <a:defRPr sz="12500">
                <a:latin typeface="Anton"/>
                <a:ea typeface="Anton"/>
                <a:cs typeface="Anton"/>
                <a:sym typeface="Anton"/>
              </a:defRPr>
            </a:lvl7pPr>
            <a:lvl8pPr lvl="7">
              <a:spcBef>
                <a:spcPts val="0"/>
              </a:spcBef>
              <a:spcAft>
                <a:spcPts val="0"/>
              </a:spcAft>
              <a:buSzPts val="12500"/>
              <a:buFont typeface="Anton"/>
              <a:buNone/>
              <a:defRPr sz="12500">
                <a:latin typeface="Anton"/>
                <a:ea typeface="Anton"/>
                <a:cs typeface="Anton"/>
                <a:sym typeface="Anton"/>
              </a:defRPr>
            </a:lvl8pPr>
            <a:lvl9pPr lvl="8">
              <a:spcBef>
                <a:spcPts val="0"/>
              </a:spcBef>
              <a:spcAft>
                <a:spcPts val="0"/>
              </a:spcAft>
              <a:buSzPts val="12500"/>
              <a:buFont typeface="Anton"/>
              <a:buNone/>
              <a:defRPr sz="12500">
                <a:latin typeface="Anton"/>
                <a:ea typeface="Anton"/>
                <a:cs typeface="Anton"/>
                <a:sym typeface="Anton"/>
              </a:defRPr>
            </a:lvl9pPr>
          </a:lstStyle>
          <a:p/>
        </p:txBody>
      </p:sp>
      <p:sp>
        <p:nvSpPr>
          <p:cNvPr id="128" name="Google Shape;128;p5"/>
          <p:cNvSpPr txBox="1"/>
          <p:nvPr>
            <p:ph idx="1" type="body"/>
          </p:nvPr>
        </p:nvSpPr>
        <p:spPr>
          <a:xfrm>
            <a:off x="2579688" y="6597663"/>
            <a:ext cx="7772400" cy="1500300"/>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SzPts val="1500"/>
              <a:buNone/>
              <a:defRPr/>
            </a:lvl1pPr>
            <a:lvl2pPr indent="-228600" lvl="1" marL="914400" algn="l">
              <a:spcBef>
                <a:spcPts val="360"/>
              </a:spcBef>
              <a:spcAft>
                <a:spcPts val="0"/>
              </a:spcAft>
              <a:buSzPts val="1500"/>
              <a:buNone/>
              <a:defRPr/>
            </a:lvl2pPr>
            <a:lvl3pPr indent="-228600" lvl="2" marL="1371600" algn="l">
              <a:spcBef>
                <a:spcPts val="320"/>
              </a:spcBef>
              <a:spcAft>
                <a:spcPts val="0"/>
              </a:spcAft>
              <a:buSzPts val="1500"/>
              <a:buNone/>
              <a:defRPr/>
            </a:lvl3pPr>
            <a:lvl4pPr indent="-228600" lvl="3" marL="1828800" algn="l">
              <a:spcBef>
                <a:spcPts val="280"/>
              </a:spcBef>
              <a:spcAft>
                <a:spcPts val="0"/>
              </a:spcAft>
              <a:buSzPts val="1500"/>
              <a:buNone/>
              <a:defRPr/>
            </a:lvl4pPr>
            <a:lvl5pPr indent="-228600" lvl="4" marL="2286000" algn="l">
              <a:spcBef>
                <a:spcPts val="280"/>
              </a:spcBef>
              <a:spcAft>
                <a:spcPts val="0"/>
              </a:spcAft>
              <a:buSzPts val="1500"/>
              <a:buNone/>
              <a:defRPr/>
            </a:lvl5pPr>
            <a:lvl6pPr indent="-228600" lvl="5" marL="2743200" algn="l">
              <a:spcBef>
                <a:spcPts val="280"/>
              </a:spcBef>
              <a:spcAft>
                <a:spcPts val="0"/>
              </a:spcAft>
              <a:buSzPts val="1500"/>
              <a:buNone/>
              <a:defRPr/>
            </a:lvl6pPr>
            <a:lvl7pPr indent="-228600" lvl="6" marL="3200400" algn="l">
              <a:spcBef>
                <a:spcPts val="280"/>
              </a:spcBef>
              <a:spcAft>
                <a:spcPts val="0"/>
              </a:spcAft>
              <a:buSzPts val="1500"/>
              <a:buNone/>
              <a:defRPr/>
            </a:lvl7pPr>
            <a:lvl8pPr indent="-228600" lvl="7" marL="3657600" algn="l">
              <a:spcBef>
                <a:spcPts val="280"/>
              </a:spcBef>
              <a:spcAft>
                <a:spcPts val="0"/>
              </a:spcAft>
              <a:buSzPts val="1500"/>
              <a:buNone/>
              <a:defRPr/>
            </a:lvl8pPr>
            <a:lvl9pPr indent="-228600" lvl="8" marL="4114800" algn="l">
              <a:spcBef>
                <a:spcPts val="280"/>
              </a:spcBef>
              <a:spcAft>
                <a:spcPts val="0"/>
              </a:spcAft>
              <a:buSzPts val="1500"/>
              <a:buNone/>
              <a:defRPr/>
            </a:lvl9pPr>
          </a:lstStyle>
          <a:p/>
        </p:txBody>
      </p:sp>
      <p:grpSp>
        <p:nvGrpSpPr>
          <p:cNvPr id="129" name="Google Shape;129;p5"/>
          <p:cNvGrpSpPr/>
          <p:nvPr/>
        </p:nvGrpSpPr>
        <p:grpSpPr>
          <a:xfrm rot="2821244">
            <a:off x="16959832" y="165852"/>
            <a:ext cx="1057608" cy="1194515"/>
            <a:chOff x="-95789" y="-89371"/>
            <a:chExt cx="1410145" cy="1592687"/>
          </a:xfrm>
        </p:grpSpPr>
        <p:grpSp>
          <p:nvGrpSpPr>
            <p:cNvPr id="130" name="Google Shape;130;p5"/>
            <p:cNvGrpSpPr/>
            <p:nvPr/>
          </p:nvGrpSpPr>
          <p:grpSpPr>
            <a:xfrm rot="-2821068">
              <a:off x="134816" y="282908"/>
              <a:ext cx="943563" cy="1040889"/>
              <a:chOff x="0" y="-47625"/>
              <a:chExt cx="343200" cy="378600"/>
            </a:xfrm>
          </p:grpSpPr>
          <p:sp>
            <p:nvSpPr>
              <p:cNvPr id="131" name="Google Shape;131;p5"/>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3" name="Google Shape;133;p5"/>
            <p:cNvGrpSpPr/>
            <p:nvPr/>
          </p:nvGrpSpPr>
          <p:grpSpPr>
            <a:xfrm rot="-2821068">
              <a:off x="140189" y="90147"/>
              <a:ext cx="943563" cy="1040889"/>
              <a:chOff x="0" y="-47625"/>
              <a:chExt cx="343200" cy="378600"/>
            </a:xfrm>
          </p:grpSpPr>
          <p:sp>
            <p:nvSpPr>
              <p:cNvPr id="134" name="Google Shape;134;p5"/>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5"/>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6" name="Google Shape;136;p5"/>
            <p:cNvGrpSpPr/>
            <p:nvPr/>
          </p:nvGrpSpPr>
          <p:grpSpPr>
            <a:xfrm>
              <a:off x="625032" y="253444"/>
              <a:ext cx="69946" cy="699550"/>
              <a:chOff x="0" y="-47625"/>
              <a:chExt cx="31856" cy="318600"/>
            </a:xfrm>
          </p:grpSpPr>
          <p:sp>
            <p:nvSpPr>
              <p:cNvPr id="137" name="Google Shape;137;p5"/>
              <p:cNvSpPr/>
              <p:nvPr/>
            </p:nvSpPr>
            <p:spPr>
              <a:xfrm>
                <a:off x="0" y="0"/>
                <a:ext cx="31856" cy="270933"/>
              </a:xfrm>
              <a:custGeom>
                <a:rect b="b" l="l" r="r" t="t"/>
                <a:pathLst>
                  <a:path extrusionOk="0" h="270933" w="31856">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5"/>
              <p:cNvSpPr txBox="1"/>
              <p:nvPr/>
            </p:nvSpPr>
            <p:spPr>
              <a:xfrm>
                <a:off x="0" y="-47625"/>
                <a:ext cx="318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9" name="Google Shape;139;p5"/>
            <p:cNvGrpSpPr/>
            <p:nvPr/>
          </p:nvGrpSpPr>
          <p:grpSpPr>
            <a:xfrm rot="5400000">
              <a:off x="675978" y="305678"/>
              <a:ext cx="72520" cy="699550"/>
              <a:chOff x="0" y="-47625"/>
              <a:chExt cx="33028" cy="318600"/>
            </a:xfrm>
          </p:grpSpPr>
          <p:sp>
            <p:nvSpPr>
              <p:cNvPr id="140" name="Google Shape;140;p5"/>
              <p:cNvSpPr/>
              <p:nvPr/>
            </p:nvSpPr>
            <p:spPr>
              <a:xfrm>
                <a:off x="0" y="0"/>
                <a:ext cx="33028" cy="270933"/>
              </a:xfrm>
              <a:custGeom>
                <a:rect b="b" l="l" r="r" t="t"/>
                <a:pathLst>
                  <a:path extrusionOk="0" h="270933" w="33028">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5"/>
              <p:cNvSpPr txBox="1"/>
              <p:nvPr/>
            </p:nvSpPr>
            <p:spPr>
              <a:xfrm>
                <a:off x="0" y="-47625"/>
                <a:ext cx="330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42" name="Google Shape;142;p5"/>
          <p:cNvSpPr/>
          <p:nvPr/>
        </p:nvSpPr>
        <p:spPr>
          <a:xfrm>
            <a:off x="16422857" y="6279622"/>
            <a:ext cx="836443" cy="1333460"/>
          </a:xfrm>
          <a:custGeom>
            <a:rect b="b" l="l" r="r" t="t"/>
            <a:pathLst>
              <a:path extrusionOk="0" h="1333460" w="836443">
                <a:moveTo>
                  <a:pt x="0" y="0"/>
                </a:moveTo>
                <a:lnTo>
                  <a:pt x="836443" y="0"/>
                </a:lnTo>
                <a:lnTo>
                  <a:pt x="836443" y="1333460"/>
                </a:lnTo>
                <a:lnTo>
                  <a:pt x="0" y="1333460"/>
                </a:lnTo>
                <a:lnTo>
                  <a:pt x="0" y="0"/>
                </a:lnTo>
                <a:close/>
              </a:path>
            </a:pathLst>
          </a:custGeom>
          <a:blipFill rotWithShape="1">
            <a:blip r:embed="rId2">
              <a:alphaModFix/>
            </a:blip>
            <a:stretch>
              <a:fillRect b="0" l="0" r="0" t="0"/>
            </a:stretch>
          </a:blipFill>
          <a:ln>
            <a:noFill/>
          </a:ln>
        </p:spPr>
      </p:sp>
      <p:grpSp>
        <p:nvGrpSpPr>
          <p:cNvPr id="143" name="Google Shape;143;p5"/>
          <p:cNvGrpSpPr/>
          <p:nvPr/>
        </p:nvGrpSpPr>
        <p:grpSpPr>
          <a:xfrm>
            <a:off x="11999778" y="8704662"/>
            <a:ext cx="5851052" cy="1310243"/>
            <a:chOff x="2" y="-564"/>
            <a:chExt cx="7801403" cy="1746991"/>
          </a:xfrm>
        </p:grpSpPr>
        <p:grpSp>
          <p:nvGrpSpPr>
            <p:cNvPr id="144" name="Google Shape;144;p5"/>
            <p:cNvGrpSpPr/>
            <p:nvPr/>
          </p:nvGrpSpPr>
          <p:grpSpPr>
            <a:xfrm rot="10800000">
              <a:off x="5628043" y="1225496"/>
              <a:ext cx="2173362" cy="520931"/>
              <a:chOff x="0" y="-47625"/>
              <a:chExt cx="429306" cy="102900"/>
            </a:xfrm>
          </p:grpSpPr>
          <p:sp>
            <p:nvSpPr>
              <p:cNvPr id="145" name="Google Shape;145;p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7" name="Google Shape;147;p5"/>
            <p:cNvGrpSpPr/>
            <p:nvPr/>
          </p:nvGrpSpPr>
          <p:grpSpPr>
            <a:xfrm rot="10800000">
              <a:off x="3056329" y="1225496"/>
              <a:ext cx="2173362" cy="520931"/>
              <a:chOff x="0" y="-47625"/>
              <a:chExt cx="429306" cy="102900"/>
            </a:xfrm>
          </p:grpSpPr>
          <p:sp>
            <p:nvSpPr>
              <p:cNvPr id="148" name="Google Shape;148;p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0" name="Google Shape;150;p5"/>
            <p:cNvGrpSpPr/>
            <p:nvPr/>
          </p:nvGrpSpPr>
          <p:grpSpPr>
            <a:xfrm rot="10800000">
              <a:off x="4282710" y="409333"/>
              <a:ext cx="2173362" cy="520931"/>
              <a:chOff x="0" y="-47625"/>
              <a:chExt cx="429306" cy="102900"/>
            </a:xfrm>
          </p:grpSpPr>
          <p:sp>
            <p:nvSpPr>
              <p:cNvPr id="151" name="Google Shape;151;p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3" name="Google Shape;153;p5"/>
            <p:cNvGrpSpPr/>
            <p:nvPr/>
          </p:nvGrpSpPr>
          <p:grpSpPr>
            <a:xfrm rot="10800000">
              <a:off x="1969648" y="420756"/>
              <a:ext cx="2173362" cy="520931"/>
              <a:chOff x="0" y="-47625"/>
              <a:chExt cx="429306" cy="102900"/>
            </a:xfrm>
          </p:grpSpPr>
          <p:sp>
            <p:nvSpPr>
              <p:cNvPr id="154" name="Google Shape;154;p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6" name="Google Shape;156;p5"/>
            <p:cNvGrpSpPr/>
            <p:nvPr/>
          </p:nvGrpSpPr>
          <p:grpSpPr>
            <a:xfrm rot="10800000">
              <a:off x="1295727" y="1225496"/>
              <a:ext cx="1191034" cy="520931"/>
              <a:chOff x="0" y="-47625"/>
              <a:chExt cx="235266" cy="102900"/>
            </a:xfrm>
          </p:grpSpPr>
          <p:sp>
            <p:nvSpPr>
              <p:cNvPr id="157" name="Google Shape;157;p5"/>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5"/>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9" name="Google Shape;159;p5"/>
            <p:cNvGrpSpPr/>
            <p:nvPr/>
          </p:nvGrpSpPr>
          <p:grpSpPr>
            <a:xfrm rot="10800000">
              <a:off x="2" y="420756"/>
              <a:ext cx="1191034" cy="520931"/>
              <a:chOff x="0" y="-47625"/>
              <a:chExt cx="235266" cy="102900"/>
            </a:xfrm>
          </p:grpSpPr>
          <p:sp>
            <p:nvSpPr>
              <p:cNvPr id="160" name="Google Shape;160;p5"/>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5"/>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2" name="Google Shape;162;p5"/>
            <p:cNvGrpSpPr/>
            <p:nvPr/>
          </p:nvGrpSpPr>
          <p:grpSpPr>
            <a:xfrm rot="10800000">
              <a:off x="6598555" y="420693"/>
              <a:ext cx="1202850" cy="498150"/>
              <a:chOff x="0" y="-47625"/>
              <a:chExt cx="237600" cy="98400"/>
            </a:xfrm>
          </p:grpSpPr>
          <p:sp>
            <p:nvSpPr>
              <p:cNvPr id="163" name="Google Shape;163;p5"/>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5"/>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5" name="Google Shape;165;p5"/>
            <p:cNvGrpSpPr/>
            <p:nvPr/>
          </p:nvGrpSpPr>
          <p:grpSpPr>
            <a:xfrm rot="10800000">
              <a:off x="3423956" y="819231"/>
              <a:ext cx="4377448" cy="520931"/>
              <a:chOff x="0" y="-47625"/>
              <a:chExt cx="864681" cy="102900"/>
            </a:xfrm>
          </p:grpSpPr>
          <p:sp>
            <p:nvSpPr>
              <p:cNvPr id="166" name="Google Shape;166;p5"/>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5"/>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8" name="Google Shape;168;p5"/>
            <p:cNvGrpSpPr/>
            <p:nvPr/>
          </p:nvGrpSpPr>
          <p:grpSpPr>
            <a:xfrm rot="10800000">
              <a:off x="3423956" y="-564"/>
              <a:ext cx="4377448" cy="520931"/>
              <a:chOff x="0" y="-47625"/>
              <a:chExt cx="864681" cy="102900"/>
            </a:xfrm>
          </p:grpSpPr>
          <p:sp>
            <p:nvSpPr>
              <p:cNvPr id="169" name="Google Shape;169;p5"/>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5"/>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1" name="Shape 171"/>
        <p:cNvGrpSpPr/>
        <p:nvPr/>
      </p:nvGrpSpPr>
      <p:grpSpPr>
        <a:xfrm>
          <a:off x="0" y="0"/>
          <a:ext cx="0" cy="0"/>
          <a:chOff x="0" y="0"/>
          <a:chExt cx="0" cy="0"/>
        </a:xfrm>
      </p:grpSpPr>
      <p:sp>
        <p:nvSpPr>
          <p:cNvPr id="172" name="Google Shape;172;p6"/>
          <p:cNvSpPr txBox="1"/>
          <p:nvPr>
            <p:ph type="title"/>
          </p:nvPr>
        </p:nvSpPr>
        <p:spPr>
          <a:xfrm>
            <a:off x="671525" y="2586675"/>
            <a:ext cx="16595100" cy="1333500"/>
          </a:xfrm>
          <a:prstGeom prst="rect">
            <a:avLst/>
          </a:prstGeom>
          <a:noFill/>
          <a:ln>
            <a:noFill/>
          </a:ln>
        </p:spPr>
        <p:txBody>
          <a:bodyPr anchorCtr="0" anchor="ctr" bIns="45700" lIns="91425" spcFirstLastPara="1" rIns="91425" wrap="square" tIns="4570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p6"/>
          <p:cNvSpPr txBox="1"/>
          <p:nvPr>
            <p:ph idx="1" type="body"/>
          </p:nvPr>
        </p:nvSpPr>
        <p:spPr>
          <a:xfrm>
            <a:off x="3219425" y="5529250"/>
            <a:ext cx="5643300" cy="2979900"/>
          </a:xfrm>
          <a:prstGeom prst="rect">
            <a:avLst/>
          </a:prstGeom>
          <a:noFill/>
          <a:ln>
            <a:noFill/>
          </a:ln>
        </p:spPr>
        <p:txBody>
          <a:bodyPr anchorCtr="0" anchor="t" bIns="45700" lIns="91425" spcFirstLastPara="1" rIns="91425" wrap="square" tIns="45700">
            <a:normAutofit/>
          </a:bodyPr>
          <a:lstStyle>
            <a:lvl1pPr indent="-323850" lvl="0" marL="457200" algn="l">
              <a:spcBef>
                <a:spcPts val="560"/>
              </a:spcBef>
              <a:spcAft>
                <a:spcPts val="0"/>
              </a:spcAft>
              <a:buClr>
                <a:schemeClr val="dk1"/>
              </a:buClr>
              <a:buSzPts val="1500"/>
              <a:buChar char="•"/>
              <a:defRPr/>
            </a:lvl1pPr>
            <a:lvl2pPr indent="-323850" lvl="1" marL="914400" algn="l">
              <a:spcBef>
                <a:spcPts val="480"/>
              </a:spcBef>
              <a:spcAft>
                <a:spcPts val="0"/>
              </a:spcAft>
              <a:buClr>
                <a:schemeClr val="dk1"/>
              </a:buClr>
              <a:buSzPts val="1500"/>
              <a:buChar char="–"/>
              <a:defRPr/>
            </a:lvl2pPr>
            <a:lvl3pPr indent="-323850" lvl="2" marL="1371600" algn="l">
              <a:spcBef>
                <a:spcPts val="400"/>
              </a:spcBef>
              <a:spcAft>
                <a:spcPts val="0"/>
              </a:spcAft>
              <a:buClr>
                <a:schemeClr val="dk1"/>
              </a:buClr>
              <a:buSzPts val="1500"/>
              <a:buChar char="•"/>
              <a:defRPr/>
            </a:lvl3pPr>
            <a:lvl4pPr indent="-323850" lvl="3" marL="1828800" algn="l">
              <a:spcBef>
                <a:spcPts val="360"/>
              </a:spcBef>
              <a:spcAft>
                <a:spcPts val="0"/>
              </a:spcAft>
              <a:buClr>
                <a:schemeClr val="dk1"/>
              </a:buClr>
              <a:buSzPts val="1500"/>
              <a:buChar char="–"/>
              <a:defRPr/>
            </a:lvl4pPr>
            <a:lvl5pPr indent="-323850" lvl="4" marL="2286000" algn="l">
              <a:spcBef>
                <a:spcPts val="360"/>
              </a:spcBef>
              <a:spcAft>
                <a:spcPts val="0"/>
              </a:spcAft>
              <a:buClr>
                <a:schemeClr val="dk1"/>
              </a:buClr>
              <a:buSzPts val="1500"/>
              <a:buChar char="»"/>
              <a:defRPr/>
            </a:lvl5pPr>
            <a:lvl6pPr indent="-323850" lvl="5" marL="2743200" algn="l">
              <a:spcBef>
                <a:spcPts val="360"/>
              </a:spcBef>
              <a:spcAft>
                <a:spcPts val="0"/>
              </a:spcAft>
              <a:buClr>
                <a:schemeClr val="dk1"/>
              </a:buClr>
              <a:buSzPts val="1500"/>
              <a:buChar char="•"/>
              <a:defRPr/>
            </a:lvl6pPr>
            <a:lvl7pPr indent="-323850" lvl="6" marL="3200400" algn="l">
              <a:spcBef>
                <a:spcPts val="360"/>
              </a:spcBef>
              <a:spcAft>
                <a:spcPts val="0"/>
              </a:spcAft>
              <a:buClr>
                <a:schemeClr val="dk1"/>
              </a:buClr>
              <a:buSzPts val="1500"/>
              <a:buChar char="•"/>
              <a:defRPr/>
            </a:lvl7pPr>
            <a:lvl8pPr indent="-323850" lvl="7" marL="3657600" algn="l">
              <a:spcBef>
                <a:spcPts val="360"/>
              </a:spcBef>
              <a:spcAft>
                <a:spcPts val="0"/>
              </a:spcAft>
              <a:buClr>
                <a:schemeClr val="dk1"/>
              </a:buClr>
              <a:buSzPts val="1500"/>
              <a:buChar char="•"/>
              <a:defRPr/>
            </a:lvl8pPr>
            <a:lvl9pPr indent="-323850" lvl="8" marL="4114800" algn="l">
              <a:spcBef>
                <a:spcPts val="360"/>
              </a:spcBef>
              <a:spcAft>
                <a:spcPts val="0"/>
              </a:spcAft>
              <a:buClr>
                <a:schemeClr val="dk1"/>
              </a:buClr>
              <a:buSzPts val="1500"/>
              <a:buChar char="•"/>
              <a:defRPr/>
            </a:lvl9pPr>
          </a:lstStyle>
          <a:p/>
        </p:txBody>
      </p:sp>
      <p:sp>
        <p:nvSpPr>
          <p:cNvPr id="174" name="Google Shape;174;p6"/>
          <p:cNvSpPr txBox="1"/>
          <p:nvPr>
            <p:ph idx="2" type="body"/>
          </p:nvPr>
        </p:nvSpPr>
        <p:spPr>
          <a:xfrm>
            <a:off x="9075569" y="5529250"/>
            <a:ext cx="5643300" cy="2979900"/>
          </a:xfrm>
          <a:prstGeom prst="rect">
            <a:avLst/>
          </a:prstGeom>
          <a:noFill/>
          <a:ln>
            <a:noFill/>
          </a:ln>
        </p:spPr>
        <p:txBody>
          <a:bodyPr anchorCtr="0" anchor="t" bIns="45700" lIns="91425" spcFirstLastPara="1" rIns="91425" wrap="square" tIns="45700">
            <a:normAutofit/>
          </a:bodyPr>
          <a:lstStyle>
            <a:lvl1pPr indent="-323850" lvl="0" marL="457200" algn="l">
              <a:spcBef>
                <a:spcPts val="560"/>
              </a:spcBef>
              <a:spcAft>
                <a:spcPts val="0"/>
              </a:spcAft>
              <a:buClr>
                <a:schemeClr val="dk1"/>
              </a:buClr>
              <a:buSzPts val="1500"/>
              <a:buChar char="•"/>
              <a:defRPr/>
            </a:lvl1pPr>
            <a:lvl2pPr indent="-323850" lvl="1" marL="914400" algn="l">
              <a:spcBef>
                <a:spcPts val="480"/>
              </a:spcBef>
              <a:spcAft>
                <a:spcPts val="0"/>
              </a:spcAft>
              <a:buClr>
                <a:schemeClr val="dk1"/>
              </a:buClr>
              <a:buSzPts val="1500"/>
              <a:buChar char="–"/>
              <a:defRPr/>
            </a:lvl2pPr>
            <a:lvl3pPr indent="-323850" lvl="2" marL="1371600" algn="l">
              <a:spcBef>
                <a:spcPts val="400"/>
              </a:spcBef>
              <a:spcAft>
                <a:spcPts val="0"/>
              </a:spcAft>
              <a:buClr>
                <a:schemeClr val="dk1"/>
              </a:buClr>
              <a:buSzPts val="1500"/>
              <a:buChar char="•"/>
              <a:defRPr/>
            </a:lvl3pPr>
            <a:lvl4pPr indent="-323850" lvl="3" marL="1828800" algn="l">
              <a:spcBef>
                <a:spcPts val="360"/>
              </a:spcBef>
              <a:spcAft>
                <a:spcPts val="0"/>
              </a:spcAft>
              <a:buClr>
                <a:schemeClr val="dk1"/>
              </a:buClr>
              <a:buSzPts val="1500"/>
              <a:buChar char="–"/>
              <a:defRPr/>
            </a:lvl4pPr>
            <a:lvl5pPr indent="-323850" lvl="4" marL="2286000" algn="l">
              <a:spcBef>
                <a:spcPts val="360"/>
              </a:spcBef>
              <a:spcAft>
                <a:spcPts val="0"/>
              </a:spcAft>
              <a:buClr>
                <a:schemeClr val="dk1"/>
              </a:buClr>
              <a:buSzPts val="1500"/>
              <a:buChar char="»"/>
              <a:defRPr/>
            </a:lvl5pPr>
            <a:lvl6pPr indent="-323850" lvl="5" marL="2743200" algn="l">
              <a:spcBef>
                <a:spcPts val="360"/>
              </a:spcBef>
              <a:spcAft>
                <a:spcPts val="0"/>
              </a:spcAft>
              <a:buClr>
                <a:schemeClr val="dk1"/>
              </a:buClr>
              <a:buSzPts val="1500"/>
              <a:buChar char="•"/>
              <a:defRPr/>
            </a:lvl6pPr>
            <a:lvl7pPr indent="-323850" lvl="6" marL="3200400" algn="l">
              <a:spcBef>
                <a:spcPts val="360"/>
              </a:spcBef>
              <a:spcAft>
                <a:spcPts val="0"/>
              </a:spcAft>
              <a:buClr>
                <a:schemeClr val="dk1"/>
              </a:buClr>
              <a:buSzPts val="1500"/>
              <a:buChar char="•"/>
              <a:defRPr/>
            </a:lvl7pPr>
            <a:lvl8pPr indent="-323850" lvl="7" marL="3657600" algn="l">
              <a:spcBef>
                <a:spcPts val="360"/>
              </a:spcBef>
              <a:spcAft>
                <a:spcPts val="0"/>
              </a:spcAft>
              <a:buClr>
                <a:schemeClr val="dk1"/>
              </a:buClr>
              <a:buSzPts val="1500"/>
              <a:buChar char="•"/>
              <a:defRPr/>
            </a:lvl8pPr>
            <a:lvl9pPr indent="-323850" lvl="8" marL="4114800" algn="l">
              <a:spcBef>
                <a:spcPts val="360"/>
              </a:spcBef>
              <a:spcAft>
                <a:spcPts val="0"/>
              </a:spcAft>
              <a:buClr>
                <a:schemeClr val="dk1"/>
              </a:buClr>
              <a:buSzPts val="1500"/>
              <a:buChar char="•"/>
              <a:defRPr/>
            </a:lvl9pPr>
          </a:lstStyle>
          <a:p/>
        </p:txBody>
      </p:sp>
      <p:grpSp>
        <p:nvGrpSpPr>
          <p:cNvPr id="175" name="Google Shape;175;p6"/>
          <p:cNvGrpSpPr/>
          <p:nvPr/>
        </p:nvGrpSpPr>
        <p:grpSpPr>
          <a:xfrm>
            <a:off x="417483" y="242355"/>
            <a:ext cx="5851052" cy="1310243"/>
            <a:chOff x="0" y="-241102"/>
            <a:chExt cx="7801402" cy="1746991"/>
          </a:xfrm>
        </p:grpSpPr>
        <p:grpSp>
          <p:nvGrpSpPr>
            <p:cNvPr id="176" name="Google Shape;176;p6"/>
            <p:cNvGrpSpPr/>
            <p:nvPr/>
          </p:nvGrpSpPr>
          <p:grpSpPr>
            <a:xfrm>
              <a:off x="0" y="-241102"/>
              <a:ext cx="2173362" cy="520931"/>
              <a:chOff x="0" y="-47625"/>
              <a:chExt cx="429306" cy="102900"/>
            </a:xfrm>
          </p:grpSpPr>
          <p:sp>
            <p:nvSpPr>
              <p:cNvPr id="177" name="Google Shape;177;p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9" name="Google Shape;179;p6"/>
            <p:cNvGrpSpPr/>
            <p:nvPr/>
          </p:nvGrpSpPr>
          <p:grpSpPr>
            <a:xfrm>
              <a:off x="2571714" y="-241102"/>
              <a:ext cx="2173362" cy="520931"/>
              <a:chOff x="0" y="-47625"/>
              <a:chExt cx="429306" cy="102900"/>
            </a:xfrm>
          </p:grpSpPr>
          <p:sp>
            <p:nvSpPr>
              <p:cNvPr id="180" name="Google Shape;180;p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2" name="Google Shape;182;p6"/>
            <p:cNvGrpSpPr/>
            <p:nvPr/>
          </p:nvGrpSpPr>
          <p:grpSpPr>
            <a:xfrm>
              <a:off x="1345333" y="575061"/>
              <a:ext cx="2173362" cy="520931"/>
              <a:chOff x="0" y="-47625"/>
              <a:chExt cx="429306" cy="102900"/>
            </a:xfrm>
          </p:grpSpPr>
          <p:sp>
            <p:nvSpPr>
              <p:cNvPr id="183" name="Google Shape;183;p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5" name="Google Shape;185;p6"/>
            <p:cNvGrpSpPr/>
            <p:nvPr/>
          </p:nvGrpSpPr>
          <p:grpSpPr>
            <a:xfrm>
              <a:off x="3658396" y="563639"/>
              <a:ext cx="2173362" cy="520931"/>
              <a:chOff x="0" y="-47625"/>
              <a:chExt cx="429306" cy="102900"/>
            </a:xfrm>
          </p:grpSpPr>
          <p:sp>
            <p:nvSpPr>
              <p:cNvPr id="186" name="Google Shape;186;p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8" name="Google Shape;188;p6"/>
            <p:cNvGrpSpPr/>
            <p:nvPr/>
          </p:nvGrpSpPr>
          <p:grpSpPr>
            <a:xfrm>
              <a:off x="5314643" y="-241102"/>
              <a:ext cx="1191034" cy="520931"/>
              <a:chOff x="0" y="-47625"/>
              <a:chExt cx="235266" cy="102900"/>
            </a:xfrm>
          </p:grpSpPr>
          <p:sp>
            <p:nvSpPr>
              <p:cNvPr id="189" name="Google Shape;189;p6"/>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1" name="Google Shape;191;p6"/>
            <p:cNvGrpSpPr/>
            <p:nvPr/>
          </p:nvGrpSpPr>
          <p:grpSpPr>
            <a:xfrm>
              <a:off x="6610368" y="563639"/>
              <a:ext cx="1191034" cy="520931"/>
              <a:chOff x="0" y="-47625"/>
              <a:chExt cx="235266" cy="102900"/>
            </a:xfrm>
          </p:grpSpPr>
          <p:sp>
            <p:nvSpPr>
              <p:cNvPr id="192" name="Google Shape;192;p6"/>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4" name="Google Shape;194;p6"/>
            <p:cNvGrpSpPr/>
            <p:nvPr/>
          </p:nvGrpSpPr>
          <p:grpSpPr>
            <a:xfrm>
              <a:off x="0" y="586483"/>
              <a:ext cx="1202850" cy="498150"/>
              <a:chOff x="0" y="-47625"/>
              <a:chExt cx="237600" cy="98400"/>
            </a:xfrm>
          </p:grpSpPr>
          <p:sp>
            <p:nvSpPr>
              <p:cNvPr id="195" name="Google Shape;195;p6"/>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7" name="Google Shape;197;p6"/>
            <p:cNvGrpSpPr/>
            <p:nvPr/>
          </p:nvGrpSpPr>
          <p:grpSpPr>
            <a:xfrm>
              <a:off x="0" y="165164"/>
              <a:ext cx="4377448" cy="520931"/>
              <a:chOff x="0" y="-47625"/>
              <a:chExt cx="864681" cy="102900"/>
            </a:xfrm>
          </p:grpSpPr>
          <p:sp>
            <p:nvSpPr>
              <p:cNvPr id="198" name="Google Shape;198;p6"/>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0" name="Google Shape;200;p6"/>
            <p:cNvGrpSpPr/>
            <p:nvPr/>
          </p:nvGrpSpPr>
          <p:grpSpPr>
            <a:xfrm>
              <a:off x="0" y="984958"/>
              <a:ext cx="4377448" cy="520931"/>
              <a:chOff x="0" y="-47625"/>
              <a:chExt cx="864681" cy="102900"/>
            </a:xfrm>
          </p:grpSpPr>
          <p:sp>
            <p:nvSpPr>
              <p:cNvPr id="201" name="Google Shape;201;p6"/>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03" name="Google Shape;203;p6"/>
          <p:cNvGrpSpPr/>
          <p:nvPr/>
        </p:nvGrpSpPr>
        <p:grpSpPr>
          <a:xfrm>
            <a:off x="11999778" y="8693380"/>
            <a:ext cx="5851052" cy="1310243"/>
            <a:chOff x="2" y="-564"/>
            <a:chExt cx="7801403" cy="1746991"/>
          </a:xfrm>
        </p:grpSpPr>
        <p:grpSp>
          <p:nvGrpSpPr>
            <p:cNvPr id="204" name="Google Shape;204;p6"/>
            <p:cNvGrpSpPr/>
            <p:nvPr/>
          </p:nvGrpSpPr>
          <p:grpSpPr>
            <a:xfrm rot="10800000">
              <a:off x="5628043" y="1225496"/>
              <a:ext cx="2173362" cy="520931"/>
              <a:chOff x="0" y="-47625"/>
              <a:chExt cx="429306" cy="102900"/>
            </a:xfrm>
          </p:grpSpPr>
          <p:sp>
            <p:nvSpPr>
              <p:cNvPr id="205" name="Google Shape;205;p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7" name="Google Shape;207;p6"/>
            <p:cNvGrpSpPr/>
            <p:nvPr/>
          </p:nvGrpSpPr>
          <p:grpSpPr>
            <a:xfrm rot="10800000">
              <a:off x="3056329" y="1225496"/>
              <a:ext cx="2173362" cy="520931"/>
              <a:chOff x="0" y="-47625"/>
              <a:chExt cx="429306" cy="102900"/>
            </a:xfrm>
          </p:grpSpPr>
          <p:sp>
            <p:nvSpPr>
              <p:cNvPr id="208" name="Google Shape;208;p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0" name="Google Shape;210;p6"/>
            <p:cNvGrpSpPr/>
            <p:nvPr/>
          </p:nvGrpSpPr>
          <p:grpSpPr>
            <a:xfrm rot="10800000">
              <a:off x="4282710" y="409333"/>
              <a:ext cx="2173362" cy="520931"/>
              <a:chOff x="0" y="-47625"/>
              <a:chExt cx="429306" cy="102900"/>
            </a:xfrm>
          </p:grpSpPr>
          <p:sp>
            <p:nvSpPr>
              <p:cNvPr id="211" name="Google Shape;211;p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3" name="Google Shape;213;p6"/>
            <p:cNvGrpSpPr/>
            <p:nvPr/>
          </p:nvGrpSpPr>
          <p:grpSpPr>
            <a:xfrm rot="10800000">
              <a:off x="1969648" y="420756"/>
              <a:ext cx="2173362" cy="520931"/>
              <a:chOff x="0" y="-47625"/>
              <a:chExt cx="429306" cy="102900"/>
            </a:xfrm>
          </p:grpSpPr>
          <p:sp>
            <p:nvSpPr>
              <p:cNvPr id="214" name="Google Shape;214;p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6" name="Google Shape;216;p6"/>
            <p:cNvGrpSpPr/>
            <p:nvPr/>
          </p:nvGrpSpPr>
          <p:grpSpPr>
            <a:xfrm rot="10800000">
              <a:off x="1295727" y="1225496"/>
              <a:ext cx="1191034" cy="520931"/>
              <a:chOff x="0" y="-47625"/>
              <a:chExt cx="235266" cy="102900"/>
            </a:xfrm>
          </p:grpSpPr>
          <p:sp>
            <p:nvSpPr>
              <p:cNvPr id="217" name="Google Shape;217;p6"/>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6"/>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9" name="Google Shape;219;p6"/>
            <p:cNvGrpSpPr/>
            <p:nvPr/>
          </p:nvGrpSpPr>
          <p:grpSpPr>
            <a:xfrm rot="10800000">
              <a:off x="2" y="420756"/>
              <a:ext cx="1191034" cy="520931"/>
              <a:chOff x="0" y="-47625"/>
              <a:chExt cx="235266" cy="102900"/>
            </a:xfrm>
          </p:grpSpPr>
          <p:sp>
            <p:nvSpPr>
              <p:cNvPr id="220" name="Google Shape;220;p6"/>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6"/>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2" name="Google Shape;222;p6"/>
            <p:cNvGrpSpPr/>
            <p:nvPr/>
          </p:nvGrpSpPr>
          <p:grpSpPr>
            <a:xfrm rot="10800000">
              <a:off x="6598555" y="420693"/>
              <a:ext cx="1202850" cy="498150"/>
              <a:chOff x="0" y="-47625"/>
              <a:chExt cx="237600" cy="98400"/>
            </a:xfrm>
          </p:grpSpPr>
          <p:sp>
            <p:nvSpPr>
              <p:cNvPr id="223" name="Google Shape;223;p6"/>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6"/>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5" name="Google Shape;225;p6"/>
            <p:cNvGrpSpPr/>
            <p:nvPr/>
          </p:nvGrpSpPr>
          <p:grpSpPr>
            <a:xfrm rot="10800000">
              <a:off x="3423956" y="819231"/>
              <a:ext cx="4377448" cy="520931"/>
              <a:chOff x="0" y="-47625"/>
              <a:chExt cx="864681" cy="102900"/>
            </a:xfrm>
          </p:grpSpPr>
          <p:sp>
            <p:nvSpPr>
              <p:cNvPr id="226" name="Google Shape;226;p6"/>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6"/>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28" name="Google Shape;228;p6"/>
            <p:cNvGrpSpPr/>
            <p:nvPr/>
          </p:nvGrpSpPr>
          <p:grpSpPr>
            <a:xfrm rot="10800000">
              <a:off x="3423956" y="-564"/>
              <a:ext cx="4377448" cy="520931"/>
              <a:chOff x="0" y="-47625"/>
              <a:chExt cx="864681" cy="102900"/>
            </a:xfrm>
          </p:grpSpPr>
          <p:sp>
            <p:nvSpPr>
              <p:cNvPr id="229" name="Google Shape;229;p6"/>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6"/>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31" name="Google Shape;231;p6"/>
          <p:cNvSpPr/>
          <p:nvPr/>
        </p:nvSpPr>
        <p:spPr>
          <a:xfrm>
            <a:off x="14123600" y="4763750"/>
            <a:ext cx="836443" cy="1333460"/>
          </a:xfrm>
          <a:custGeom>
            <a:rect b="b" l="l" r="r" t="t"/>
            <a:pathLst>
              <a:path extrusionOk="0" h="1333460" w="836443">
                <a:moveTo>
                  <a:pt x="0" y="0"/>
                </a:moveTo>
                <a:lnTo>
                  <a:pt x="836443" y="0"/>
                </a:lnTo>
                <a:lnTo>
                  <a:pt x="836443" y="1333460"/>
                </a:lnTo>
                <a:lnTo>
                  <a:pt x="0" y="1333460"/>
                </a:lnTo>
                <a:lnTo>
                  <a:pt x="0" y="0"/>
                </a:lnTo>
                <a:close/>
              </a:path>
            </a:pathLst>
          </a:custGeom>
          <a:blipFill rotWithShape="1">
            <a:blip r:embed="rId2">
              <a:alphaModFix/>
            </a:blip>
            <a:stretch>
              <a:fillRect b="0" l="0" r="0" t="0"/>
            </a:stretch>
          </a:blipFill>
          <a:ln>
            <a:noFill/>
          </a:ln>
        </p:spPr>
      </p:sp>
      <p:grpSp>
        <p:nvGrpSpPr>
          <p:cNvPr id="232" name="Google Shape;232;p6"/>
          <p:cNvGrpSpPr/>
          <p:nvPr/>
        </p:nvGrpSpPr>
        <p:grpSpPr>
          <a:xfrm rot="2821244">
            <a:off x="16959832" y="165852"/>
            <a:ext cx="1057608" cy="1194515"/>
            <a:chOff x="-95789" y="-89371"/>
            <a:chExt cx="1410145" cy="1592687"/>
          </a:xfrm>
        </p:grpSpPr>
        <p:grpSp>
          <p:nvGrpSpPr>
            <p:cNvPr id="233" name="Google Shape;233;p6"/>
            <p:cNvGrpSpPr/>
            <p:nvPr/>
          </p:nvGrpSpPr>
          <p:grpSpPr>
            <a:xfrm rot="-2821068">
              <a:off x="134816" y="282908"/>
              <a:ext cx="943563" cy="1040889"/>
              <a:chOff x="0" y="-47625"/>
              <a:chExt cx="343200" cy="378600"/>
            </a:xfrm>
          </p:grpSpPr>
          <p:sp>
            <p:nvSpPr>
              <p:cNvPr id="234" name="Google Shape;234;p6"/>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6"/>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6" name="Google Shape;236;p6"/>
            <p:cNvGrpSpPr/>
            <p:nvPr/>
          </p:nvGrpSpPr>
          <p:grpSpPr>
            <a:xfrm rot="-2821068">
              <a:off x="140189" y="90147"/>
              <a:ext cx="943563" cy="1040889"/>
              <a:chOff x="0" y="-47625"/>
              <a:chExt cx="343200" cy="378600"/>
            </a:xfrm>
          </p:grpSpPr>
          <p:sp>
            <p:nvSpPr>
              <p:cNvPr id="237" name="Google Shape;237;p6"/>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6"/>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39" name="Google Shape;239;p6"/>
            <p:cNvGrpSpPr/>
            <p:nvPr/>
          </p:nvGrpSpPr>
          <p:grpSpPr>
            <a:xfrm>
              <a:off x="625032" y="253444"/>
              <a:ext cx="69946" cy="699550"/>
              <a:chOff x="0" y="-47625"/>
              <a:chExt cx="31856" cy="318600"/>
            </a:xfrm>
          </p:grpSpPr>
          <p:sp>
            <p:nvSpPr>
              <p:cNvPr id="240" name="Google Shape;240;p6"/>
              <p:cNvSpPr/>
              <p:nvPr/>
            </p:nvSpPr>
            <p:spPr>
              <a:xfrm>
                <a:off x="0" y="0"/>
                <a:ext cx="31856" cy="270933"/>
              </a:xfrm>
              <a:custGeom>
                <a:rect b="b" l="l" r="r" t="t"/>
                <a:pathLst>
                  <a:path extrusionOk="0" h="270933" w="31856">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6"/>
              <p:cNvSpPr txBox="1"/>
              <p:nvPr/>
            </p:nvSpPr>
            <p:spPr>
              <a:xfrm>
                <a:off x="0" y="-47625"/>
                <a:ext cx="318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42" name="Google Shape;242;p6"/>
            <p:cNvGrpSpPr/>
            <p:nvPr/>
          </p:nvGrpSpPr>
          <p:grpSpPr>
            <a:xfrm rot="5400000">
              <a:off x="675978" y="305678"/>
              <a:ext cx="72520" cy="699550"/>
              <a:chOff x="0" y="-47625"/>
              <a:chExt cx="33028" cy="318600"/>
            </a:xfrm>
          </p:grpSpPr>
          <p:sp>
            <p:nvSpPr>
              <p:cNvPr id="243" name="Google Shape;243;p6"/>
              <p:cNvSpPr/>
              <p:nvPr/>
            </p:nvSpPr>
            <p:spPr>
              <a:xfrm>
                <a:off x="0" y="0"/>
                <a:ext cx="33028" cy="270933"/>
              </a:xfrm>
              <a:custGeom>
                <a:rect b="b" l="l" r="r" t="t"/>
                <a:pathLst>
                  <a:path extrusionOk="0" h="270933" w="33028">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6"/>
              <p:cNvSpPr txBox="1"/>
              <p:nvPr/>
            </p:nvSpPr>
            <p:spPr>
              <a:xfrm>
                <a:off x="0" y="-47625"/>
                <a:ext cx="330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45" name="Shape 245"/>
        <p:cNvGrpSpPr/>
        <p:nvPr/>
      </p:nvGrpSpPr>
      <p:grpSpPr>
        <a:xfrm>
          <a:off x="0" y="0"/>
          <a:ext cx="0" cy="0"/>
          <a:chOff x="0" y="0"/>
          <a:chExt cx="0" cy="0"/>
        </a:xfrm>
      </p:grpSpPr>
      <p:sp>
        <p:nvSpPr>
          <p:cNvPr id="246" name="Google Shape;246;p7"/>
          <p:cNvSpPr txBox="1"/>
          <p:nvPr>
            <p:ph type="title"/>
          </p:nvPr>
        </p:nvSpPr>
        <p:spPr>
          <a:xfrm>
            <a:off x="576300" y="2672488"/>
            <a:ext cx="16500000" cy="1143000"/>
          </a:xfrm>
          <a:prstGeom prst="rect">
            <a:avLst/>
          </a:prstGeom>
          <a:noFill/>
          <a:ln>
            <a:noFill/>
          </a:ln>
        </p:spPr>
        <p:txBody>
          <a:bodyPr anchorCtr="0" anchor="ctr" bIns="45700" lIns="91425" spcFirstLastPara="1" rIns="91425" wrap="square" tIns="45700">
            <a:normAutofit/>
          </a:bodyPr>
          <a:lstStyle>
            <a:lvl1pPr lvl="0">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7" name="Google Shape;247;p7"/>
          <p:cNvSpPr txBox="1"/>
          <p:nvPr>
            <p:ph idx="1" type="body"/>
          </p:nvPr>
        </p:nvSpPr>
        <p:spPr>
          <a:xfrm>
            <a:off x="1528775" y="5556275"/>
            <a:ext cx="5014200" cy="3951300"/>
          </a:xfrm>
          <a:prstGeom prst="rect">
            <a:avLst/>
          </a:prstGeom>
          <a:noFill/>
          <a:ln>
            <a:noFill/>
          </a:ln>
        </p:spPr>
        <p:txBody>
          <a:bodyPr anchorCtr="0" anchor="t" bIns="45700" lIns="91425" spcFirstLastPara="1" rIns="91425" wrap="square" tIns="45700">
            <a:normAutofit/>
          </a:bodyPr>
          <a:lstStyle>
            <a:lvl1pPr indent="-323850" lvl="0" marL="457200" algn="l">
              <a:spcBef>
                <a:spcPts val="480"/>
              </a:spcBef>
              <a:spcAft>
                <a:spcPts val="0"/>
              </a:spcAft>
              <a:buClr>
                <a:schemeClr val="dk1"/>
              </a:buClr>
              <a:buSzPts val="1500"/>
              <a:buChar char="•"/>
              <a:defRPr/>
            </a:lvl1pPr>
            <a:lvl2pPr indent="-323850" lvl="1" marL="914400" algn="l">
              <a:spcBef>
                <a:spcPts val="400"/>
              </a:spcBef>
              <a:spcAft>
                <a:spcPts val="0"/>
              </a:spcAft>
              <a:buClr>
                <a:schemeClr val="dk1"/>
              </a:buClr>
              <a:buSzPts val="1500"/>
              <a:buChar char="–"/>
              <a:defRPr/>
            </a:lvl2pPr>
            <a:lvl3pPr indent="-323850" lvl="2" marL="1371600" algn="l">
              <a:spcBef>
                <a:spcPts val="360"/>
              </a:spcBef>
              <a:spcAft>
                <a:spcPts val="0"/>
              </a:spcAft>
              <a:buClr>
                <a:schemeClr val="dk1"/>
              </a:buClr>
              <a:buSzPts val="1500"/>
              <a:buChar char="•"/>
              <a:defRPr/>
            </a:lvl3pPr>
            <a:lvl4pPr indent="-323850" lvl="3" marL="1828800" algn="l">
              <a:spcBef>
                <a:spcPts val="320"/>
              </a:spcBef>
              <a:spcAft>
                <a:spcPts val="0"/>
              </a:spcAft>
              <a:buClr>
                <a:schemeClr val="dk1"/>
              </a:buClr>
              <a:buSzPts val="1500"/>
              <a:buChar char="–"/>
              <a:defRPr/>
            </a:lvl4pPr>
            <a:lvl5pPr indent="-323850" lvl="4" marL="2286000" algn="l">
              <a:spcBef>
                <a:spcPts val="320"/>
              </a:spcBef>
              <a:spcAft>
                <a:spcPts val="0"/>
              </a:spcAft>
              <a:buClr>
                <a:schemeClr val="dk1"/>
              </a:buClr>
              <a:buSzPts val="1500"/>
              <a:buChar char="»"/>
              <a:defRPr/>
            </a:lvl5pPr>
            <a:lvl6pPr indent="-323850" lvl="5" marL="2743200" algn="l">
              <a:spcBef>
                <a:spcPts val="320"/>
              </a:spcBef>
              <a:spcAft>
                <a:spcPts val="0"/>
              </a:spcAft>
              <a:buClr>
                <a:schemeClr val="dk1"/>
              </a:buClr>
              <a:buSzPts val="1500"/>
              <a:buChar char="•"/>
              <a:defRPr/>
            </a:lvl6pPr>
            <a:lvl7pPr indent="-323850" lvl="6" marL="3200400" algn="l">
              <a:spcBef>
                <a:spcPts val="320"/>
              </a:spcBef>
              <a:spcAft>
                <a:spcPts val="0"/>
              </a:spcAft>
              <a:buClr>
                <a:schemeClr val="dk1"/>
              </a:buClr>
              <a:buSzPts val="1500"/>
              <a:buChar char="•"/>
              <a:defRPr/>
            </a:lvl7pPr>
            <a:lvl8pPr indent="-323850" lvl="7" marL="3657600" algn="l">
              <a:spcBef>
                <a:spcPts val="320"/>
              </a:spcBef>
              <a:spcAft>
                <a:spcPts val="0"/>
              </a:spcAft>
              <a:buClr>
                <a:schemeClr val="dk1"/>
              </a:buClr>
              <a:buSzPts val="1500"/>
              <a:buChar char="•"/>
              <a:defRPr/>
            </a:lvl8pPr>
            <a:lvl9pPr indent="-323850" lvl="8" marL="4114800" algn="l">
              <a:spcBef>
                <a:spcPts val="320"/>
              </a:spcBef>
              <a:spcAft>
                <a:spcPts val="0"/>
              </a:spcAft>
              <a:buClr>
                <a:schemeClr val="dk1"/>
              </a:buClr>
              <a:buSzPts val="1500"/>
              <a:buChar char="•"/>
              <a:defRPr/>
            </a:lvl9pPr>
          </a:lstStyle>
          <a:p/>
        </p:txBody>
      </p:sp>
      <p:sp>
        <p:nvSpPr>
          <p:cNvPr id="248" name="Google Shape;248;p7"/>
          <p:cNvSpPr txBox="1"/>
          <p:nvPr>
            <p:ph idx="2" type="body"/>
          </p:nvPr>
        </p:nvSpPr>
        <p:spPr>
          <a:xfrm>
            <a:off x="6726129" y="5556275"/>
            <a:ext cx="5016000" cy="3951300"/>
          </a:xfrm>
          <a:prstGeom prst="rect">
            <a:avLst/>
          </a:prstGeom>
          <a:noFill/>
          <a:ln>
            <a:noFill/>
          </a:ln>
        </p:spPr>
        <p:txBody>
          <a:bodyPr anchorCtr="0" anchor="t" bIns="45700" lIns="91425" spcFirstLastPara="1" rIns="91425" wrap="square" tIns="45700">
            <a:normAutofit/>
          </a:bodyPr>
          <a:lstStyle>
            <a:lvl1pPr indent="-323850" lvl="0" marL="457200" algn="l">
              <a:spcBef>
                <a:spcPts val="480"/>
              </a:spcBef>
              <a:spcAft>
                <a:spcPts val="0"/>
              </a:spcAft>
              <a:buClr>
                <a:schemeClr val="dk1"/>
              </a:buClr>
              <a:buSzPts val="1500"/>
              <a:buChar char="•"/>
              <a:defRPr/>
            </a:lvl1pPr>
            <a:lvl2pPr indent="-323850" lvl="1" marL="914400" algn="l">
              <a:spcBef>
                <a:spcPts val="400"/>
              </a:spcBef>
              <a:spcAft>
                <a:spcPts val="0"/>
              </a:spcAft>
              <a:buClr>
                <a:schemeClr val="dk1"/>
              </a:buClr>
              <a:buSzPts val="1500"/>
              <a:buChar char="–"/>
              <a:defRPr/>
            </a:lvl2pPr>
            <a:lvl3pPr indent="-323850" lvl="2" marL="1371600" algn="l">
              <a:spcBef>
                <a:spcPts val="360"/>
              </a:spcBef>
              <a:spcAft>
                <a:spcPts val="0"/>
              </a:spcAft>
              <a:buClr>
                <a:schemeClr val="dk1"/>
              </a:buClr>
              <a:buSzPts val="1500"/>
              <a:buChar char="•"/>
              <a:defRPr/>
            </a:lvl3pPr>
            <a:lvl4pPr indent="-323850" lvl="3" marL="1828800" algn="l">
              <a:spcBef>
                <a:spcPts val="320"/>
              </a:spcBef>
              <a:spcAft>
                <a:spcPts val="0"/>
              </a:spcAft>
              <a:buClr>
                <a:schemeClr val="dk1"/>
              </a:buClr>
              <a:buSzPts val="1500"/>
              <a:buChar char="–"/>
              <a:defRPr/>
            </a:lvl4pPr>
            <a:lvl5pPr indent="-323850" lvl="4" marL="2286000" algn="l">
              <a:spcBef>
                <a:spcPts val="320"/>
              </a:spcBef>
              <a:spcAft>
                <a:spcPts val="0"/>
              </a:spcAft>
              <a:buClr>
                <a:schemeClr val="dk1"/>
              </a:buClr>
              <a:buSzPts val="1500"/>
              <a:buChar char="»"/>
              <a:defRPr/>
            </a:lvl5pPr>
            <a:lvl6pPr indent="-323850" lvl="5" marL="2743200" algn="l">
              <a:spcBef>
                <a:spcPts val="320"/>
              </a:spcBef>
              <a:spcAft>
                <a:spcPts val="0"/>
              </a:spcAft>
              <a:buClr>
                <a:schemeClr val="dk1"/>
              </a:buClr>
              <a:buSzPts val="1500"/>
              <a:buChar char="•"/>
              <a:defRPr/>
            </a:lvl6pPr>
            <a:lvl7pPr indent="-323850" lvl="6" marL="3200400" algn="l">
              <a:spcBef>
                <a:spcPts val="320"/>
              </a:spcBef>
              <a:spcAft>
                <a:spcPts val="0"/>
              </a:spcAft>
              <a:buClr>
                <a:schemeClr val="dk1"/>
              </a:buClr>
              <a:buSzPts val="1500"/>
              <a:buChar char="•"/>
              <a:defRPr/>
            </a:lvl7pPr>
            <a:lvl8pPr indent="-323850" lvl="7" marL="3657600" algn="l">
              <a:spcBef>
                <a:spcPts val="320"/>
              </a:spcBef>
              <a:spcAft>
                <a:spcPts val="0"/>
              </a:spcAft>
              <a:buClr>
                <a:schemeClr val="dk1"/>
              </a:buClr>
              <a:buSzPts val="1500"/>
              <a:buChar char="•"/>
              <a:defRPr/>
            </a:lvl8pPr>
            <a:lvl9pPr indent="-323850" lvl="8" marL="4114800" algn="l">
              <a:spcBef>
                <a:spcPts val="320"/>
              </a:spcBef>
              <a:spcAft>
                <a:spcPts val="0"/>
              </a:spcAft>
              <a:buClr>
                <a:schemeClr val="dk1"/>
              </a:buClr>
              <a:buSzPts val="1500"/>
              <a:buChar char="•"/>
              <a:defRPr/>
            </a:lvl9pPr>
          </a:lstStyle>
          <a:p/>
        </p:txBody>
      </p:sp>
      <p:grpSp>
        <p:nvGrpSpPr>
          <p:cNvPr id="249" name="Google Shape;249;p7"/>
          <p:cNvGrpSpPr/>
          <p:nvPr/>
        </p:nvGrpSpPr>
        <p:grpSpPr>
          <a:xfrm>
            <a:off x="11999778" y="8693380"/>
            <a:ext cx="5851052" cy="1310243"/>
            <a:chOff x="2" y="-564"/>
            <a:chExt cx="7801403" cy="1746991"/>
          </a:xfrm>
        </p:grpSpPr>
        <p:grpSp>
          <p:nvGrpSpPr>
            <p:cNvPr id="250" name="Google Shape;250;p7"/>
            <p:cNvGrpSpPr/>
            <p:nvPr/>
          </p:nvGrpSpPr>
          <p:grpSpPr>
            <a:xfrm rot="10800000">
              <a:off x="5628043" y="1225496"/>
              <a:ext cx="2173362" cy="520931"/>
              <a:chOff x="0" y="-47625"/>
              <a:chExt cx="429306" cy="102900"/>
            </a:xfrm>
          </p:grpSpPr>
          <p:sp>
            <p:nvSpPr>
              <p:cNvPr id="251" name="Google Shape;251;p7"/>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7"/>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3" name="Google Shape;253;p7"/>
            <p:cNvGrpSpPr/>
            <p:nvPr/>
          </p:nvGrpSpPr>
          <p:grpSpPr>
            <a:xfrm rot="10800000">
              <a:off x="3056329" y="1225496"/>
              <a:ext cx="2173362" cy="520931"/>
              <a:chOff x="0" y="-47625"/>
              <a:chExt cx="429306" cy="102900"/>
            </a:xfrm>
          </p:grpSpPr>
          <p:sp>
            <p:nvSpPr>
              <p:cNvPr id="254" name="Google Shape;254;p7"/>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7"/>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6" name="Google Shape;256;p7"/>
            <p:cNvGrpSpPr/>
            <p:nvPr/>
          </p:nvGrpSpPr>
          <p:grpSpPr>
            <a:xfrm rot="10800000">
              <a:off x="4282710" y="409333"/>
              <a:ext cx="2173362" cy="520931"/>
              <a:chOff x="0" y="-47625"/>
              <a:chExt cx="429306" cy="102900"/>
            </a:xfrm>
          </p:grpSpPr>
          <p:sp>
            <p:nvSpPr>
              <p:cNvPr id="257" name="Google Shape;257;p7"/>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7"/>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59" name="Google Shape;259;p7"/>
            <p:cNvGrpSpPr/>
            <p:nvPr/>
          </p:nvGrpSpPr>
          <p:grpSpPr>
            <a:xfrm rot="10800000">
              <a:off x="1969648" y="420756"/>
              <a:ext cx="2173362" cy="520931"/>
              <a:chOff x="0" y="-47625"/>
              <a:chExt cx="429306" cy="102900"/>
            </a:xfrm>
          </p:grpSpPr>
          <p:sp>
            <p:nvSpPr>
              <p:cNvPr id="260" name="Google Shape;260;p7"/>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7"/>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2" name="Google Shape;262;p7"/>
            <p:cNvGrpSpPr/>
            <p:nvPr/>
          </p:nvGrpSpPr>
          <p:grpSpPr>
            <a:xfrm rot="10800000">
              <a:off x="1295727" y="1225496"/>
              <a:ext cx="1191034" cy="520931"/>
              <a:chOff x="0" y="-47625"/>
              <a:chExt cx="235266" cy="102900"/>
            </a:xfrm>
          </p:grpSpPr>
          <p:sp>
            <p:nvSpPr>
              <p:cNvPr id="263" name="Google Shape;263;p7"/>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7"/>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5" name="Google Shape;265;p7"/>
            <p:cNvGrpSpPr/>
            <p:nvPr/>
          </p:nvGrpSpPr>
          <p:grpSpPr>
            <a:xfrm rot="10800000">
              <a:off x="2" y="420756"/>
              <a:ext cx="1191034" cy="520931"/>
              <a:chOff x="0" y="-47625"/>
              <a:chExt cx="235266" cy="102900"/>
            </a:xfrm>
          </p:grpSpPr>
          <p:sp>
            <p:nvSpPr>
              <p:cNvPr id="266" name="Google Shape;266;p7"/>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7"/>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8" name="Google Shape;268;p7"/>
            <p:cNvGrpSpPr/>
            <p:nvPr/>
          </p:nvGrpSpPr>
          <p:grpSpPr>
            <a:xfrm rot="10800000">
              <a:off x="6598555" y="420693"/>
              <a:ext cx="1202850" cy="498150"/>
              <a:chOff x="0" y="-47625"/>
              <a:chExt cx="237600" cy="98400"/>
            </a:xfrm>
          </p:grpSpPr>
          <p:sp>
            <p:nvSpPr>
              <p:cNvPr id="269" name="Google Shape;269;p7"/>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7"/>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1" name="Google Shape;271;p7"/>
            <p:cNvGrpSpPr/>
            <p:nvPr/>
          </p:nvGrpSpPr>
          <p:grpSpPr>
            <a:xfrm rot="10800000">
              <a:off x="3423956" y="819231"/>
              <a:ext cx="4377448" cy="520931"/>
              <a:chOff x="0" y="-47625"/>
              <a:chExt cx="864681" cy="102900"/>
            </a:xfrm>
          </p:grpSpPr>
          <p:sp>
            <p:nvSpPr>
              <p:cNvPr id="272" name="Google Shape;272;p7"/>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7"/>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4" name="Google Shape;274;p7"/>
            <p:cNvGrpSpPr/>
            <p:nvPr/>
          </p:nvGrpSpPr>
          <p:grpSpPr>
            <a:xfrm rot="10800000">
              <a:off x="3423956" y="-564"/>
              <a:ext cx="4377448" cy="520931"/>
              <a:chOff x="0" y="-47625"/>
              <a:chExt cx="864681" cy="102900"/>
            </a:xfrm>
          </p:grpSpPr>
          <p:sp>
            <p:nvSpPr>
              <p:cNvPr id="275" name="Google Shape;275;p7"/>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277" name="Google Shape;277;p7"/>
          <p:cNvGrpSpPr/>
          <p:nvPr/>
        </p:nvGrpSpPr>
        <p:grpSpPr>
          <a:xfrm rot="2821244">
            <a:off x="16959832" y="165852"/>
            <a:ext cx="1057608" cy="1194515"/>
            <a:chOff x="-95789" y="-89371"/>
            <a:chExt cx="1410145" cy="1592687"/>
          </a:xfrm>
        </p:grpSpPr>
        <p:grpSp>
          <p:nvGrpSpPr>
            <p:cNvPr id="278" name="Google Shape;278;p7"/>
            <p:cNvGrpSpPr/>
            <p:nvPr/>
          </p:nvGrpSpPr>
          <p:grpSpPr>
            <a:xfrm rot="-2821068">
              <a:off x="134816" y="282908"/>
              <a:ext cx="943563" cy="1040889"/>
              <a:chOff x="0" y="-47625"/>
              <a:chExt cx="343200" cy="378600"/>
            </a:xfrm>
          </p:grpSpPr>
          <p:sp>
            <p:nvSpPr>
              <p:cNvPr id="279" name="Google Shape;279;p7"/>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7"/>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1" name="Google Shape;281;p7"/>
            <p:cNvGrpSpPr/>
            <p:nvPr/>
          </p:nvGrpSpPr>
          <p:grpSpPr>
            <a:xfrm rot="-2821068">
              <a:off x="140189" y="90147"/>
              <a:ext cx="943563" cy="1040889"/>
              <a:chOff x="0" y="-47625"/>
              <a:chExt cx="343200" cy="378600"/>
            </a:xfrm>
          </p:grpSpPr>
          <p:sp>
            <p:nvSpPr>
              <p:cNvPr id="282" name="Google Shape;282;p7"/>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7"/>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4" name="Google Shape;284;p7"/>
            <p:cNvGrpSpPr/>
            <p:nvPr/>
          </p:nvGrpSpPr>
          <p:grpSpPr>
            <a:xfrm>
              <a:off x="625032" y="253444"/>
              <a:ext cx="69946" cy="699550"/>
              <a:chOff x="0" y="-47625"/>
              <a:chExt cx="31856" cy="318600"/>
            </a:xfrm>
          </p:grpSpPr>
          <p:sp>
            <p:nvSpPr>
              <p:cNvPr id="285" name="Google Shape;285;p7"/>
              <p:cNvSpPr/>
              <p:nvPr/>
            </p:nvSpPr>
            <p:spPr>
              <a:xfrm>
                <a:off x="0" y="0"/>
                <a:ext cx="31856" cy="270933"/>
              </a:xfrm>
              <a:custGeom>
                <a:rect b="b" l="l" r="r" t="t"/>
                <a:pathLst>
                  <a:path extrusionOk="0" h="270933" w="31856">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7"/>
              <p:cNvSpPr txBox="1"/>
              <p:nvPr/>
            </p:nvSpPr>
            <p:spPr>
              <a:xfrm>
                <a:off x="0" y="-47625"/>
                <a:ext cx="318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87" name="Google Shape;287;p7"/>
            <p:cNvGrpSpPr/>
            <p:nvPr/>
          </p:nvGrpSpPr>
          <p:grpSpPr>
            <a:xfrm rot="5400000">
              <a:off x="675978" y="305678"/>
              <a:ext cx="72520" cy="699550"/>
              <a:chOff x="0" y="-47625"/>
              <a:chExt cx="33028" cy="318600"/>
            </a:xfrm>
          </p:grpSpPr>
          <p:sp>
            <p:nvSpPr>
              <p:cNvPr id="288" name="Google Shape;288;p7"/>
              <p:cNvSpPr/>
              <p:nvPr/>
            </p:nvSpPr>
            <p:spPr>
              <a:xfrm>
                <a:off x="0" y="0"/>
                <a:ext cx="33028" cy="270933"/>
              </a:xfrm>
              <a:custGeom>
                <a:rect b="b" l="l" r="r" t="t"/>
                <a:pathLst>
                  <a:path extrusionOk="0" h="270933" w="33028">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7"/>
              <p:cNvSpPr txBox="1"/>
              <p:nvPr/>
            </p:nvSpPr>
            <p:spPr>
              <a:xfrm>
                <a:off x="0" y="-47625"/>
                <a:ext cx="330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290" name="Google Shape;290;p7"/>
          <p:cNvSpPr/>
          <p:nvPr/>
        </p:nvSpPr>
        <p:spPr>
          <a:xfrm>
            <a:off x="15378768" y="4930826"/>
            <a:ext cx="836443" cy="1333460"/>
          </a:xfrm>
          <a:custGeom>
            <a:rect b="b" l="l" r="r" t="t"/>
            <a:pathLst>
              <a:path extrusionOk="0" h="1333460" w="836443">
                <a:moveTo>
                  <a:pt x="0" y="0"/>
                </a:moveTo>
                <a:lnTo>
                  <a:pt x="836443" y="0"/>
                </a:lnTo>
                <a:lnTo>
                  <a:pt x="836443" y="1333460"/>
                </a:lnTo>
                <a:lnTo>
                  <a:pt x="0" y="1333460"/>
                </a:lnTo>
                <a:lnTo>
                  <a:pt x="0" y="0"/>
                </a:lnTo>
                <a:close/>
              </a:path>
            </a:pathLst>
          </a:custGeom>
          <a:blipFill rotWithShape="1">
            <a:blip r:embed="rId2">
              <a:alphaModFix/>
            </a:blip>
            <a:stretch>
              <a:fillRect b="0" l="0" r="0" t="0"/>
            </a:stretch>
          </a:blip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1" name="Shape 291"/>
        <p:cNvGrpSpPr/>
        <p:nvPr/>
      </p:nvGrpSpPr>
      <p:grpSpPr>
        <a:xfrm>
          <a:off x="0" y="0"/>
          <a:ext cx="0" cy="0"/>
          <a:chOff x="0" y="0"/>
          <a:chExt cx="0" cy="0"/>
        </a:xfrm>
      </p:grpSpPr>
      <p:sp>
        <p:nvSpPr>
          <p:cNvPr id="292" name="Google Shape;292;p8"/>
          <p:cNvSpPr txBox="1"/>
          <p:nvPr>
            <p:ph type="title"/>
          </p:nvPr>
        </p:nvSpPr>
        <p:spPr>
          <a:xfrm>
            <a:off x="751125" y="2798775"/>
            <a:ext cx="16500000" cy="1143000"/>
          </a:xfrm>
          <a:prstGeom prst="rect">
            <a:avLst/>
          </a:prstGeom>
          <a:noFill/>
          <a:ln>
            <a:noFill/>
          </a:ln>
        </p:spPr>
        <p:txBody>
          <a:bodyPr anchorCtr="0" anchor="ctr" bIns="45700" lIns="91425" spcFirstLastPara="1" rIns="91425" wrap="square" tIns="4570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grpSp>
        <p:nvGrpSpPr>
          <p:cNvPr id="293" name="Google Shape;293;p8"/>
          <p:cNvGrpSpPr/>
          <p:nvPr/>
        </p:nvGrpSpPr>
        <p:grpSpPr>
          <a:xfrm>
            <a:off x="11999778" y="8693380"/>
            <a:ext cx="5851052" cy="1310243"/>
            <a:chOff x="2" y="-564"/>
            <a:chExt cx="7801403" cy="1746991"/>
          </a:xfrm>
        </p:grpSpPr>
        <p:grpSp>
          <p:nvGrpSpPr>
            <p:cNvPr id="294" name="Google Shape;294;p8"/>
            <p:cNvGrpSpPr/>
            <p:nvPr/>
          </p:nvGrpSpPr>
          <p:grpSpPr>
            <a:xfrm rot="10800000">
              <a:off x="5628043" y="1225496"/>
              <a:ext cx="2173362" cy="520931"/>
              <a:chOff x="0" y="-47625"/>
              <a:chExt cx="429306" cy="102900"/>
            </a:xfrm>
          </p:grpSpPr>
          <p:sp>
            <p:nvSpPr>
              <p:cNvPr id="295" name="Google Shape;295;p8"/>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8"/>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97" name="Google Shape;297;p8"/>
            <p:cNvGrpSpPr/>
            <p:nvPr/>
          </p:nvGrpSpPr>
          <p:grpSpPr>
            <a:xfrm rot="10800000">
              <a:off x="3056329" y="1225496"/>
              <a:ext cx="2173362" cy="520931"/>
              <a:chOff x="0" y="-47625"/>
              <a:chExt cx="429306" cy="102900"/>
            </a:xfrm>
          </p:grpSpPr>
          <p:sp>
            <p:nvSpPr>
              <p:cNvPr id="298" name="Google Shape;298;p8"/>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8"/>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0" name="Google Shape;300;p8"/>
            <p:cNvGrpSpPr/>
            <p:nvPr/>
          </p:nvGrpSpPr>
          <p:grpSpPr>
            <a:xfrm rot="10800000">
              <a:off x="4282710" y="409333"/>
              <a:ext cx="2173362" cy="520931"/>
              <a:chOff x="0" y="-47625"/>
              <a:chExt cx="429306" cy="102900"/>
            </a:xfrm>
          </p:grpSpPr>
          <p:sp>
            <p:nvSpPr>
              <p:cNvPr id="301" name="Google Shape;301;p8"/>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8"/>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3" name="Google Shape;303;p8"/>
            <p:cNvGrpSpPr/>
            <p:nvPr/>
          </p:nvGrpSpPr>
          <p:grpSpPr>
            <a:xfrm rot="10800000">
              <a:off x="1969648" y="420756"/>
              <a:ext cx="2173362" cy="520931"/>
              <a:chOff x="0" y="-47625"/>
              <a:chExt cx="429306" cy="102900"/>
            </a:xfrm>
          </p:grpSpPr>
          <p:sp>
            <p:nvSpPr>
              <p:cNvPr id="304" name="Google Shape;304;p8"/>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8"/>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6" name="Google Shape;306;p8"/>
            <p:cNvGrpSpPr/>
            <p:nvPr/>
          </p:nvGrpSpPr>
          <p:grpSpPr>
            <a:xfrm rot="10800000">
              <a:off x="1295727" y="1225496"/>
              <a:ext cx="1191034" cy="520931"/>
              <a:chOff x="0" y="-47625"/>
              <a:chExt cx="235266" cy="102900"/>
            </a:xfrm>
          </p:grpSpPr>
          <p:sp>
            <p:nvSpPr>
              <p:cNvPr id="307" name="Google Shape;307;p8"/>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8"/>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09" name="Google Shape;309;p8"/>
            <p:cNvGrpSpPr/>
            <p:nvPr/>
          </p:nvGrpSpPr>
          <p:grpSpPr>
            <a:xfrm rot="10800000">
              <a:off x="2" y="420756"/>
              <a:ext cx="1191034" cy="520931"/>
              <a:chOff x="0" y="-47625"/>
              <a:chExt cx="235266" cy="102900"/>
            </a:xfrm>
          </p:grpSpPr>
          <p:sp>
            <p:nvSpPr>
              <p:cNvPr id="310" name="Google Shape;310;p8"/>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8"/>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2" name="Google Shape;312;p8"/>
            <p:cNvGrpSpPr/>
            <p:nvPr/>
          </p:nvGrpSpPr>
          <p:grpSpPr>
            <a:xfrm rot="10800000">
              <a:off x="6598555" y="420693"/>
              <a:ext cx="1202850" cy="498150"/>
              <a:chOff x="0" y="-47625"/>
              <a:chExt cx="237600" cy="98400"/>
            </a:xfrm>
          </p:grpSpPr>
          <p:sp>
            <p:nvSpPr>
              <p:cNvPr id="313" name="Google Shape;313;p8"/>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8"/>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5" name="Google Shape;315;p8"/>
            <p:cNvGrpSpPr/>
            <p:nvPr/>
          </p:nvGrpSpPr>
          <p:grpSpPr>
            <a:xfrm rot="10800000">
              <a:off x="3423956" y="819231"/>
              <a:ext cx="4377448" cy="520931"/>
              <a:chOff x="0" y="-47625"/>
              <a:chExt cx="864681" cy="102900"/>
            </a:xfrm>
          </p:grpSpPr>
          <p:sp>
            <p:nvSpPr>
              <p:cNvPr id="316" name="Google Shape;316;p8"/>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8"/>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18" name="Google Shape;318;p8"/>
            <p:cNvGrpSpPr/>
            <p:nvPr/>
          </p:nvGrpSpPr>
          <p:grpSpPr>
            <a:xfrm rot="10800000">
              <a:off x="3423956" y="-564"/>
              <a:ext cx="4377448" cy="520931"/>
              <a:chOff x="0" y="-47625"/>
              <a:chExt cx="864681" cy="102900"/>
            </a:xfrm>
          </p:grpSpPr>
          <p:sp>
            <p:nvSpPr>
              <p:cNvPr id="319" name="Google Shape;319;p8"/>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8"/>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321" name="Google Shape;321;p8"/>
          <p:cNvGrpSpPr/>
          <p:nvPr/>
        </p:nvGrpSpPr>
        <p:grpSpPr>
          <a:xfrm rot="2821244">
            <a:off x="16959832" y="165852"/>
            <a:ext cx="1057608" cy="1194515"/>
            <a:chOff x="-95789" y="-89371"/>
            <a:chExt cx="1410145" cy="1592687"/>
          </a:xfrm>
        </p:grpSpPr>
        <p:grpSp>
          <p:nvGrpSpPr>
            <p:cNvPr id="322" name="Google Shape;322;p8"/>
            <p:cNvGrpSpPr/>
            <p:nvPr/>
          </p:nvGrpSpPr>
          <p:grpSpPr>
            <a:xfrm rot="-2821068">
              <a:off x="134816" y="282908"/>
              <a:ext cx="943563" cy="1040889"/>
              <a:chOff x="0" y="-47625"/>
              <a:chExt cx="343200" cy="378600"/>
            </a:xfrm>
          </p:grpSpPr>
          <p:sp>
            <p:nvSpPr>
              <p:cNvPr id="323" name="Google Shape;323;p8"/>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8"/>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5" name="Google Shape;325;p8"/>
            <p:cNvGrpSpPr/>
            <p:nvPr/>
          </p:nvGrpSpPr>
          <p:grpSpPr>
            <a:xfrm rot="-2821068">
              <a:off x="140189" y="90147"/>
              <a:ext cx="943563" cy="1040889"/>
              <a:chOff x="0" y="-47625"/>
              <a:chExt cx="343200" cy="378600"/>
            </a:xfrm>
          </p:grpSpPr>
          <p:sp>
            <p:nvSpPr>
              <p:cNvPr id="326" name="Google Shape;326;p8"/>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8"/>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28" name="Google Shape;328;p8"/>
            <p:cNvGrpSpPr/>
            <p:nvPr/>
          </p:nvGrpSpPr>
          <p:grpSpPr>
            <a:xfrm>
              <a:off x="625032" y="253444"/>
              <a:ext cx="69946" cy="699550"/>
              <a:chOff x="0" y="-47625"/>
              <a:chExt cx="31856" cy="318600"/>
            </a:xfrm>
          </p:grpSpPr>
          <p:sp>
            <p:nvSpPr>
              <p:cNvPr id="329" name="Google Shape;329;p8"/>
              <p:cNvSpPr/>
              <p:nvPr/>
            </p:nvSpPr>
            <p:spPr>
              <a:xfrm>
                <a:off x="0" y="0"/>
                <a:ext cx="31856" cy="270933"/>
              </a:xfrm>
              <a:custGeom>
                <a:rect b="b" l="l" r="r" t="t"/>
                <a:pathLst>
                  <a:path extrusionOk="0" h="270933" w="31856">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8"/>
              <p:cNvSpPr txBox="1"/>
              <p:nvPr/>
            </p:nvSpPr>
            <p:spPr>
              <a:xfrm>
                <a:off x="0" y="-47625"/>
                <a:ext cx="318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31" name="Google Shape;331;p8"/>
            <p:cNvGrpSpPr/>
            <p:nvPr/>
          </p:nvGrpSpPr>
          <p:grpSpPr>
            <a:xfrm rot="5400000">
              <a:off x="675978" y="305678"/>
              <a:ext cx="72520" cy="699550"/>
              <a:chOff x="0" y="-47625"/>
              <a:chExt cx="33028" cy="318600"/>
            </a:xfrm>
          </p:grpSpPr>
          <p:sp>
            <p:nvSpPr>
              <p:cNvPr id="332" name="Google Shape;332;p8"/>
              <p:cNvSpPr/>
              <p:nvPr/>
            </p:nvSpPr>
            <p:spPr>
              <a:xfrm>
                <a:off x="0" y="0"/>
                <a:ext cx="33028" cy="270933"/>
              </a:xfrm>
              <a:custGeom>
                <a:rect b="b" l="l" r="r" t="t"/>
                <a:pathLst>
                  <a:path extrusionOk="0" h="270933" w="33028">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8"/>
              <p:cNvSpPr txBox="1"/>
              <p:nvPr/>
            </p:nvSpPr>
            <p:spPr>
              <a:xfrm>
                <a:off x="0" y="-47625"/>
                <a:ext cx="330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334" name="Google Shape;334;p8"/>
          <p:cNvSpPr/>
          <p:nvPr/>
        </p:nvSpPr>
        <p:spPr>
          <a:xfrm>
            <a:off x="15378768" y="4930826"/>
            <a:ext cx="836443" cy="1333460"/>
          </a:xfrm>
          <a:custGeom>
            <a:rect b="b" l="l" r="r" t="t"/>
            <a:pathLst>
              <a:path extrusionOk="0" h="1333460" w="836443">
                <a:moveTo>
                  <a:pt x="0" y="0"/>
                </a:moveTo>
                <a:lnTo>
                  <a:pt x="836443" y="0"/>
                </a:lnTo>
                <a:lnTo>
                  <a:pt x="836443" y="1333460"/>
                </a:lnTo>
                <a:lnTo>
                  <a:pt x="0" y="1333460"/>
                </a:lnTo>
                <a:lnTo>
                  <a:pt x="0" y="0"/>
                </a:lnTo>
                <a:close/>
              </a:path>
            </a:pathLst>
          </a:custGeom>
          <a:blipFill rotWithShape="1">
            <a:blip r:embed="rId2">
              <a:alphaModFix/>
            </a:blip>
            <a:stretch>
              <a:fillRect b="0" l="0" r="0" t="0"/>
            </a:stretch>
          </a:blip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335" name="Shape 335"/>
        <p:cNvGrpSpPr/>
        <p:nvPr/>
      </p:nvGrpSpPr>
      <p:grpSpPr>
        <a:xfrm>
          <a:off x="0" y="0"/>
          <a:ext cx="0" cy="0"/>
          <a:chOff x="0" y="0"/>
          <a:chExt cx="0" cy="0"/>
        </a:xfrm>
      </p:grpSpPr>
      <p:sp>
        <p:nvSpPr>
          <p:cNvPr id="336" name="Google Shape;336;p9"/>
          <p:cNvSpPr txBox="1"/>
          <p:nvPr>
            <p:ph type="title"/>
          </p:nvPr>
        </p:nvSpPr>
        <p:spPr>
          <a:xfrm>
            <a:off x="742950" y="4058913"/>
            <a:ext cx="16404600" cy="11619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12500"/>
              <a:buNone/>
              <a:defRPr/>
            </a:lvl1pPr>
            <a:lvl2pPr lvl="1">
              <a:spcBef>
                <a:spcPts val="0"/>
              </a:spcBef>
              <a:spcAft>
                <a:spcPts val="0"/>
              </a:spcAft>
              <a:buSzPts val="12500"/>
              <a:buFont typeface="Anton"/>
              <a:buNone/>
              <a:defRPr sz="12500">
                <a:latin typeface="Anton"/>
                <a:ea typeface="Anton"/>
                <a:cs typeface="Anton"/>
                <a:sym typeface="Anton"/>
              </a:defRPr>
            </a:lvl2pPr>
            <a:lvl3pPr lvl="2">
              <a:spcBef>
                <a:spcPts val="0"/>
              </a:spcBef>
              <a:spcAft>
                <a:spcPts val="0"/>
              </a:spcAft>
              <a:buSzPts val="12500"/>
              <a:buFont typeface="Anton"/>
              <a:buNone/>
              <a:defRPr sz="12500">
                <a:latin typeface="Anton"/>
                <a:ea typeface="Anton"/>
                <a:cs typeface="Anton"/>
                <a:sym typeface="Anton"/>
              </a:defRPr>
            </a:lvl3pPr>
            <a:lvl4pPr lvl="3">
              <a:spcBef>
                <a:spcPts val="0"/>
              </a:spcBef>
              <a:spcAft>
                <a:spcPts val="0"/>
              </a:spcAft>
              <a:buSzPts val="12500"/>
              <a:buFont typeface="Anton"/>
              <a:buNone/>
              <a:defRPr sz="12500">
                <a:latin typeface="Anton"/>
                <a:ea typeface="Anton"/>
                <a:cs typeface="Anton"/>
                <a:sym typeface="Anton"/>
              </a:defRPr>
            </a:lvl4pPr>
            <a:lvl5pPr lvl="4">
              <a:spcBef>
                <a:spcPts val="0"/>
              </a:spcBef>
              <a:spcAft>
                <a:spcPts val="0"/>
              </a:spcAft>
              <a:buSzPts val="12500"/>
              <a:buFont typeface="Anton"/>
              <a:buNone/>
              <a:defRPr sz="12500">
                <a:latin typeface="Anton"/>
                <a:ea typeface="Anton"/>
                <a:cs typeface="Anton"/>
                <a:sym typeface="Anton"/>
              </a:defRPr>
            </a:lvl5pPr>
            <a:lvl6pPr lvl="5">
              <a:spcBef>
                <a:spcPts val="0"/>
              </a:spcBef>
              <a:spcAft>
                <a:spcPts val="0"/>
              </a:spcAft>
              <a:buSzPts val="12500"/>
              <a:buFont typeface="Anton"/>
              <a:buNone/>
              <a:defRPr sz="12500">
                <a:latin typeface="Anton"/>
                <a:ea typeface="Anton"/>
                <a:cs typeface="Anton"/>
                <a:sym typeface="Anton"/>
              </a:defRPr>
            </a:lvl6pPr>
            <a:lvl7pPr lvl="6">
              <a:spcBef>
                <a:spcPts val="0"/>
              </a:spcBef>
              <a:spcAft>
                <a:spcPts val="0"/>
              </a:spcAft>
              <a:buSzPts val="12500"/>
              <a:buFont typeface="Anton"/>
              <a:buNone/>
              <a:defRPr sz="12500">
                <a:latin typeface="Anton"/>
                <a:ea typeface="Anton"/>
                <a:cs typeface="Anton"/>
                <a:sym typeface="Anton"/>
              </a:defRPr>
            </a:lvl7pPr>
            <a:lvl8pPr lvl="7">
              <a:spcBef>
                <a:spcPts val="0"/>
              </a:spcBef>
              <a:spcAft>
                <a:spcPts val="0"/>
              </a:spcAft>
              <a:buSzPts val="12500"/>
              <a:buFont typeface="Anton"/>
              <a:buNone/>
              <a:defRPr sz="12500">
                <a:latin typeface="Anton"/>
                <a:ea typeface="Anton"/>
                <a:cs typeface="Anton"/>
                <a:sym typeface="Anton"/>
              </a:defRPr>
            </a:lvl8pPr>
            <a:lvl9pPr lvl="8">
              <a:spcBef>
                <a:spcPts val="0"/>
              </a:spcBef>
              <a:spcAft>
                <a:spcPts val="0"/>
              </a:spcAft>
              <a:buSzPts val="12500"/>
              <a:buFont typeface="Anton"/>
              <a:buNone/>
              <a:defRPr sz="12500">
                <a:latin typeface="Anton"/>
                <a:ea typeface="Anton"/>
                <a:cs typeface="Anton"/>
                <a:sym typeface="Anton"/>
              </a:defRPr>
            </a:lvl9pPr>
          </a:lstStyle>
          <a:p/>
        </p:txBody>
      </p:sp>
      <p:sp>
        <p:nvSpPr>
          <p:cNvPr id="337" name="Google Shape;337;p9"/>
          <p:cNvSpPr txBox="1"/>
          <p:nvPr>
            <p:ph idx="1" type="body"/>
          </p:nvPr>
        </p:nvSpPr>
        <p:spPr>
          <a:xfrm>
            <a:off x="5336650" y="5817575"/>
            <a:ext cx="7453200" cy="3043800"/>
          </a:xfrm>
          <a:prstGeom prst="rect">
            <a:avLst/>
          </a:prstGeom>
          <a:noFill/>
          <a:ln>
            <a:noFill/>
          </a:ln>
        </p:spPr>
        <p:txBody>
          <a:bodyPr anchorCtr="0" anchor="t" bIns="45700" lIns="91425" spcFirstLastPara="1" rIns="91425" wrap="square" tIns="45700">
            <a:normAutofit/>
          </a:bodyPr>
          <a:lstStyle>
            <a:lvl1pPr indent="-323850" lvl="0" marL="457200" algn="l">
              <a:spcBef>
                <a:spcPts val="640"/>
              </a:spcBef>
              <a:spcAft>
                <a:spcPts val="0"/>
              </a:spcAft>
              <a:buClr>
                <a:schemeClr val="dk1"/>
              </a:buClr>
              <a:buSzPts val="1500"/>
              <a:buChar char="•"/>
              <a:defRPr/>
            </a:lvl1pPr>
            <a:lvl2pPr indent="-323850" lvl="1" marL="914400" algn="l">
              <a:spcBef>
                <a:spcPts val="560"/>
              </a:spcBef>
              <a:spcAft>
                <a:spcPts val="0"/>
              </a:spcAft>
              <a:buClr>
                <a:schemeClr val="dk1"/>
              </a:buClr>
              <a:buSzPts val="1500"/>
              <a:buChar char="–"/>
              <a:defRPr/>
            </a:lvl2pPr>
            <a:lvl3pPr indent="-323850" lvl="2" marL="1371600" algn="l">
              <a:spcBef>
                <a:spcPts val="480"/>
              </a:spcBef>
              <a:spcAft>
                <a:spcPts val="0"/>
              </a:spcAft>
              <a:buClr>
                <a:schemeClr val="dk1"/>
              </a:buClr>
              <a:buSzPts val="1500"/>
              <a:buChar char="•"/>
              <a:defRPr/>
            </a:lvl3pPr>
            <a:lvl4pPr indent="-323850" lvl="3" marL="1828800" algn="l">
              <a:spcBef>
                <a:spcPts val="400"/>
              </a:spcBef>
              <a:spcAft>
                <a:spcPts val="0"/>
              </a:spcAft>
              <a:buClr>
                <a:schemeClr val="dk1"/>
              </a:buClr>
              <a:buSzPts val="1500"/>
              <a:buChar char="–"/>
              <a:defRPr/>
            </a:lvl4pPr>
            <a:lvl5pPr indent="-323850" lvl="4" marL="2286000" algn="l">
              <a:spcBef>
                <a:spcPts val="400"/>
              </a:spcBef>
              <a:spcAft>
                <a:spcPts val="0"/>
              </a:spcAft>
              <a:buClr>
                <a:schemeClr val="dk1"/>
              </a:buClr>
              <a:buSzPts val="1500"/>
              <a:buChar char="»"/>
              <a:defRPr/>
            </a:lvl5pPr>
            <a:lvl6pPr indent="-323850" lvl="5" marL="2743200" algn="l">
              <a:spcBef>
                <a:spcPts val="400"/>
              </a:spcBef>
              <a:spcAft>
                <a:spcPts val="0"/>
              </a:spcAft>
              <a:buClr>
                <a:schemeClr val="dk1"/>
              </a:buClr>
              <a:buSzPts val="1500"/>
              <a:buChar char="•"/>
              <a:defRPr/>
            </a:lvl6pPr>
            <a:lvl7pPr indent="-323850" lvl="6" marL="3200400" algn="l">
              <a:spcBef>
                <a:spcPts val="400"/>
              </a:spcBef>
              <a:spcAft>
                <a:spcPts val="0"/>
              </a:spcAft>
              <a:buClr>
                <a:schemeClr val="dk1"/>
              </a:buClr>
              <a:buSzPts val="1500"/>
              <a:buChar char="•"/>
              <a:defRPr/>
            </a:lvl7pPr>
            <a:lvl8pPr indent="-323850" lvl="7" marL="3657600" algn="l">
              <a:spcBef>
                <a:spcPts val="400"/>
              </a:spcBef>
              <a:spcAft>
                <a:spcPts val="0"/>
              </a:spcAft>
              <a:buClr>
                <a:schemeClr val="dk1"/>
              </a:buClr>
              <a:buSzPts val="1500"/>
              <a:buChar char="•"/>
              <a:defRPr/>
            </a:lvl8pPr>
            <a:lvl9pPr indent="-323850" lvl="8" marL="4114800" algn="l">
              <a:spcBef>
                <a:spcPts val="400"/>
              </a:spcBef>
              <a:spcAft>
                <a:spcPts val="0"/>
              </a:spcAft>
              <a:buClr>
                <a:schemeClr val="dk1"/>
              </a:buClr>
              <a:buSzPts val="1500"/>
              <a:buChar char="•"/>
              <a:defRPr/>
            </a:lvl9pPr>
          </a:lstStyle>
          <a:p/>
        </p:txBody>
      </p:sp>
      <p:sp>
        <p:nvSpPr>
          <p:cNvPr id="338" name="Google Shape;338;p9"/>
          <p:cNvSpPr txBox="1"/>
          <p:nvPr>
            <p:ph idx="2" type="body"/>
          </p:nvPr>
        </p:nvSpPr>
        <p:spPr>
          <a:xfrm>
            <a:off x="742950" y="5817580"/>
            <a:ext cx="4386600" cy="3285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500"/>
              <a:buNone/>
              <a:defRPr/>
            </a:lvl1pPr>
            <a:lvl2pPr indent="-228600" lvl="1" marL="914400" algn="l">
              <a:spcBef>
                <a:spcPts val="240"/>
              </a:spcBef>
              <a:spcAft>
                <a:spcPts val="0"/>
              </a:spcAft>
              <a:buClr>
                <a:schemeClr val="dk1"/>
              </a:buClr>
              <a:buSzPts val="1500"/>
              <a:buNone/>
              <a:defRPr/>
            </a:lvl2pPr>
            <a:lvl3pPr indent="-228600" lvl="2" marL="1371600" algn="l">
              <a:spcBef>
                <a:spcPts val="200"/>
              </a:spcBef>
              <a:spcAft>
                <a:spcPts val="0"/>
              </a:spcAft>
              <a:buClr>
                <a:schemeClr val="dk1"/>
              </a:buClr>
              <a:buSzPts val="1500"/>
              <a:buNone/>
              <a:defRPr/>
            </a:lvl3pPr>
            <a:lvl4pPr indent="-228600" lvl="3" marL="1828800" algn="l">
              <a:spcBef>
                <a:spcPts val="180"/>
              </a:spcBef>
              <a:spcAft>
                <a:spcPts val="0"/>
              </a:spcAft>
              <a:buClr>
                <a:schemeClr val="dk1"/>
              </a:buClr>
              <a:buSzPts val="1500"/>
              <a:buNone/>
              <a:defRPr/>
            </a:lvl4pPr>
            <a:lvl5pPr indent="-228600" lvl="4" marL="2286000" algn="l">
              <a:spcBef>
                <a:spcPts val="180"/>
              </a:spcBef>
              <a:spcAft>
                <a:spcPts val="0"/>
              </a:spcAft>
              <a:buClr>
                <a:schemeClr val="dk1"/>
              </a:buClr>
              <a:buSzPts val="1500"/>
              <a:buNone/>
              <a:defRPr/>
            </a:lvl5pPr>
            <a:lvl6pPr indent="-228600" lvl="5" marL="2743200" algn="l">
              <a:spcBef>
                <a:spcPts val="180"/>
              </a:spcBef>
              <a:spcAft>
                <a:spcPts val="0"/>
              </a:spcAft>
              <a:buClr>
                <a:schemeClr val="dk1"/>
              </a:buClr>
              <a:buSzPts val="1500"/>
              <a:buNone/>
              <a:defRPr/>
            </a:lvl6pPr>
            <a:lvl7pPr indent="-228600" lvl="6" marL="3200400" algn="l">
              <a:spcBef>
                <a:spcPts val="180"/>
              </a:spcBef>
              <a:spcAft>
                <a:spcPts val="0"/>
              </a:spcAft>
              <a:buClr>
                <a:schemeClr val="dk1"/>
              </a:buClr>
              <a:buSzPts val="1500"/>
              <a:buNone/>
              <a:defRPr/>
            </a:lvl7pPr>
            <a:lvl8pPr indent="-228600" lvl="7" marL="3657600" algn="l">
              <a:spcBef>
                <a:spcPts val="180"/>
              </a:spcBef>
              <a:spcAft>
                <a:spcPts val="0"/>
              </a:spcAft>
              <a:buClr>
                <a:schemeClr val="dk1"/>
              </a:buClr>
              <a:buSzPts val="1500"/>
              <a:buNone/>
              <a:defRPr/>
            </a:lvl8pPr>
            <a:lvl9pPr indent="-228600" lvl="8" marL="4114800" algn="l">
              <a:spcBef>
                <a:spcPts val="180"/>
              </a:spcBef>
              <a:spcAft>
                <a:spcPts val="0"/>
              </a:spcAft>
              <a:buClr>
                <a:schemeClr val="dk1"/>
              </a:buClr>
              <a:buSzPts val="1500"/>
              <a:buNone/>
              <a:defRPr/>
            </a:lvl9pPr>
          </a:lstStyle>
          <a:p/>
        </p:txBody>
      </p:sp>
      <p:grpSp>
        <p:nvGrpSpPr>
          <p:cNvPr id="339" name="Google Shape;339;p9"/>
          <p:cNvGrpSpPr/>
          <p:nvPr/>
        </p:nvGrpSpPr>
        <p:grpSpPr>
          <a:xfrm rot="2821244">
            <a:off x="16959832" y="165852"/>
            <a:ext cx="1057608" cy="1194515"/>
            <a:chOff x="-95789" y="-89371"/>
            <a:chExt cx="1410145" cy="1592687"/>
          </a:xfrm>
        </p:grpSpPr>
        <p:grpSp>
          <p:nvGrpSpPr>
            <p:cNvPr id="340" name="Google Shape;340;p9"/>
            <p:cNvGrpSpPr/>
            <p:nvPr/>
          </p:nvGrpSpPr>
          <p:grpSpPr>
            <a:xfrm rot="-2821068">
              <a:off x="134816" y="282908"/>
              <a:ext cx="943563" cy="1040889"/>
              <a:chOff x="0" y="-47625"/>
              <a:chExt cx="343200" cy="378600"/>
            </a:xfrm>
          </p:grpSpPr>
          <p:sp>
            <p:nvSpPr>
              <p:cNvPr id="341" name="Google Shape;341;p9"/>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9"/>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3" name="Google Shape;343;p9"/>
            <p:cNvGrpSpPr/>
            <p:nvPr/>
          </p:nvGrpSpPr>
          <p:grpSpPr>
            <a:xfrm rot="-2821068">
              <a:off x="140189" y="90147"/>
              <a:ext cx="943563" cy="1040889"/>
              <a:chOff x="0" y="-47625"/>
              <a:chExt cx="343200" cy="378600"/>
            </a:xfrm>
          </p:grpSpPr>
          <p:sp>
            <p:nvSpPr>
              <p:cNvPr id="344" name="Google Shape;344;p9"/>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9"/>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6" name="Google Shape;346;p9"/>
            <p:cNvGrpSpPr/>
            <p:nvPr/>
          </p:nvGrpSpPr>
          <p:grpSpPr>
            <a:xfrm>
              <a:off x="625032" y="253444"/>
              <a:ext cx="69946" cy="699550"/>
              <a:chOff x="0" y="-47625"/>
              <a:chExt cx="31856" cy="318600"/>
            </a:xfrm>
          </p:grpSpPr>
          <p:sp>
            <p:nvSpPr>
              <p:cNvPr id="347" name="Google Shape;347;p9"/>
              <p:cNvSpPr/>
              <p:nvPr/>
            </p:nvSpPr>
            <p:spPr>
              <a:xfrm>
                <a:off x="0" y="0"/>
                <a:ext cx="31856" cy="270933"/>
              </a:xfrm>
              <a:custGeom>
                <a:rect b="b" l="l" r="r" t="t"/>
                <a:pathLst>
                  <a:path extrusionOk="0" h="270933" w="31856">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9"/>
              <p:cNvSpPr txBox="1"/>
              <p:nvPr/>
            </p:nvSpPr>
            <p:spPr>
              <a:xfrm>
                <a:off x="0" y="-47625"/>
                <a:ext cx="318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9" name="Google Shape;349;p9"/>
            <p:cNvGrpSpPr/>
            <p:nvPr/>
          </p:nvGrpSpPr>
          <p:grpSpPr>
            <a:xfrm rot="5400000">
              <a:off x="675978" y="305678"/>
              <a:ext cx="72520" cy="699550"/>
              <a:chOff x="0" y="-47625"/>
              <a:chExt cx="33028" cy="318600"/>
            </a:xfrm>
          </p:grpSpPr>
          <p:sp>
            <p:nvSpPr>
              <p:cNvPr id="350" name="Google Shape;350;p9"/>
              <p:cNvSpPr/>
              <p:nvPr/>
            </p:nvSpPr>
            <p:spPr>
              <a:xfrm>
                <a:off x="0" y="0"/>
                <a:ext cx="33028" cy="270933"/>
              </a:xfrm>
              <a:custGeom>
                <a:rect b="b" l="l" r="r" t="t"/>
                <a:pathLst>
                  <a:path extrusionOk="0" h="270933" w="33028">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9"/>
              <p:cNvSpPr txBox="1"/>
              <p:nvPr/>
            </p:nvSpPr>
            <p:spPr>
              <a:xfrm>
                <a:off x="0" y="-47625"/>
                <a:ext cx="330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352" name="Google Shape;352;p9"/>
          <p:cNvSpPr/>
          <p:nvPr/>
        </p:nvSpPr>
        <p:spPr>
          <a:xfrm>
            <a:off x="14580281" y="4222181"/>
            <a:ext cx="836443" cy="1333460"/>
          </a:xfrm>
          <a:custGeom>
            <a:rect b="b" l="l" r="r" t="t"/>
            <a:pathLst>
              <a:path extrusionOk="0" h="1333460" w="836443">
                <a:moveTo>
                  <a:pt x="0" y="0"/>
                </a:moveTo>
                <a:lnTo>
                  <a:pt x="836443" y="0"/>
                </a:lnTo>
                <a:lnTo>
                  <a:pt x="836443" y="1333460"/>
                </a:lnTo>
                <a:lnTo>
                  <a:pt x="0" y="1333460"/>
                </a:lnTo>
                <a:lnTo>
                  <a:pt x="0" y="0"/>
                </a:lnTo>
                <a:close/>
              </a:path>
            </a:pathLst>
          </a:custGeom>
          <a:blipFill rotWithShape="1">
            <a:blip r:embed="rId2">
              <a:alphaModFix/>
            </a:blip>
            <a:stretch>
              <a:fillRect b="0" l="0" r="0" t="0"/>
            </a:stretch>
          </a:blipFill>
          <a:ln>
            <a:noFill/>
          </a:ln>
        </p:spPr>
      </p:sp>
      <p:grpSp>
        <p:nvGrpSpPr>
          <p:cNvPr id="353" name="Google Shape;353;p9"/>
          <p:cNvGrpSpPr/>
          <p:nvPr/>
        </p:nvGrpSpPr>
        <p:grpSpPr>
          <a:xfrm>
            <a:off x="12072976" y="8575885"/>
            <a:ext cx="5851052" cy="1310243"/>
            <a:chOff x="2" y="-564"/>
            <a:chExt cx="7801403" cy="1746991"/>
          </a:xfrm>
        </p:grpSpPr>
        <p:grpSp>
          <p:nvGrpSpPr>
            <p:cNvPr id="354" name="Google Shape;354;p9"/>
            <p:cNvGrpSpPr/>
            <p:nvPr/>
          </p:nvGrpSpPr>
          <p:grpSpPr>
            <a:xfrm rot="10800000">
              <a:off x="5628043" y="1225496"/>
              <a:ext cx="2173362" cy="520931"/>
              <a:chOff x="0" y="-47625"/>
              <a:chExt cx="429306" cy="102900"/>
            </a:xfrm>
          </p:grpSpPr>
          <p:sp>
            <p:nvSpPr>
              <p:cNvPr id="355" name="Google Shape;355;p9"/>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9"/>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7" name="Google Shape;357;p9"/>
            <p:cNvGrpSpPr/>
            <p:nvPr/>
          </p:nvGrpSpPr>
          <p:grpSpPr>
            <a:xfrm rot="10800000">
              <a:off x="3056329" y="1225496"/>
              <a:ext cx="2173362" cy="520931"/>
              <a:chOff x="0" y="-47625"/>
              <a:chExt cx="429306" cy="102900"/>
            </a:xfrm>
          </p:grpSpPr>
          <p:sp>
            <p:nvSpPr>
              <p:cNvPr id="358" name="Google Shape;358;p9"/>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9"/>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0" name="Google Shape;360;p9"/>
            <p:cNvGrpSpPr/>
            <p:nvPr/>
          </p:nvGrpSpPr>
          <p:grpSpPr>
            <a:xfrm rot="10800000">
              <a:off x="4282710" y="409333"/>
              <a:ext cx="2173362" cy="520931"/>
              <a:chOff x="0" y="-47625"/>
              <a:chExt cx="429306" cy="102900"/>
            </a:xfrm>
          </p:grpSpPr>
          <p:sp>
            <p:nvSpPr>
              <p:cNvPr id="361" name="Google Shape;361;p9"/>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9"/>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3" name="Google Shape;363;p9"/>
            <p:cNvGrpSpPr/>
            <p:nvPr/>
          </p:nvGrpSpPr>
          <p:grpSpPr>
            <a:xfrm rot="10800000">
              <a:off x="1969648" y="420756"/>
              <a:ext cx="2173362" cy="520931"/>
              <a:chOff x="0" y="-47625"/>
              <a:chExt cx="429306" cy="102900"/>
            </a:xfrm>
          </p:grpSpPr>
          <p:sp>
            <p:nvSpPr>
              <p:cNvPr id="364" name="Google Shape;364;p9"/>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9"/>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6" name="Google Shape;366;p9"/>
            <p:cNvGrpSpPr/>
            <p:nvPr/>
          </p:nvGrpSpPr>
          <p:grpSpPr>
            <a:xfrm rot="10800000">
              <a:off x="1295727" y="1225496"/>
              <a:ext cx="1191034" cy="520931"/>
              <a:chOff x="0" y="-47625"/>
              <a:chExt cx="235266" cy="102900"/>
            </a:xfrm>
          </p:grpSpPr>
          <p:sp>
            <p:nvSpPr>
              <p:cNvPr id="367" name="Google Shape;367;p9"/>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9"/>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69" name="Google Shape;369;p9"/>
            <p:cNvGrpSpPr/>
            <p:nvPr/>
          </p:nvGrpSpPr>
          <p:grpSpPr>
            <a:xfrm rot="10800000">
              <a:off x="2" y="420756"/>
              <a:ext cx="1191034" cy="520931"/>
              <a:chOff x="0" y="-47625"/>
              <a:chExt cx="235266" cy="102900"/>
            </a:xfrm>
          </p:grpSpPr>
          <p:sp>
            <p:nvSpPr>
              <p:cNvPr id="370" name="Google Shape;370;p9"/>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9"/>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2" name="Google Shape;372;p9"/>
            <p:cNvGrpSpPr/>
            <p:nvPr/>
          </p:nvGrpSpPr>
          <p:grpSpPr>
            <a:xfrm rot="10800000">
              <a:off x="6598555" y="420693"/>
              <a:ext cx="1202850" cy="498150"/>
              <a:chOff x="0" y="-47625"/>
              <a:chExt cx="237600" cy="98400"/>
            </a:xfrm>
          </p:grpSpPr>
          <p:sp>
            <p:nvSpPr>
              <p:cNvPr id="373" name="Google Shape;373;p9"/>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9"/>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5" name="Google Shape;375;p9"/>
            <p:cNvGrpSpPr/>
            <p:nvPr/>
          </p:nvGrpSpPr>
          <p:grpSpPr>
            <a:xfrm rot="10800000">
              <a:off x="3423956" y="819231"/>
              <a:ext cx="4377448" cy="520931"/>
              <a:chOff x="0" y="-47625"/>
              <a:chExt cx="864681" cy="102900"/>
            </a:xfrm>
          </p:grpSpPr>
          <p:sp>
            <p:nvSpPr>
              <p:cNvPr id="376" name="Google Shape;376;p9"/>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9"/>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8" name="Google Shape;378;p9"/>
            <p:cNvGrpSpPr/>
            <p:nvPr/>
          </p:nvGrpSpPr>
          <p:grpSpPr>
            <a:xfrm rot="10800000">
              <a:off x="3423956" y="-564"/>
              <a:ext cx="4377448" cy="520931"/>
              <a:chOff x="0" y="-47625"/>
              <a:chExt cx="864681" cy="102900"/>
            </a:xfrm>
          </p:grpSpPr>
          <p:sp>
            <p:nvSpPr>
              <p:cNvPr id="379" name="Google Shape;379;p9"/>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9"/>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81" name="Shape 381"/>
        <p:cNvGrpSpPr/>
        <p:nvPr/>
      </p:nvGrpSpPr>
      <p:grpSpPr>
        <a:xfrm>
          <a:off x="0" y="0"/>
          <a:ext cx="0" cy="0"/>
          <a:chOff x="0" y="0"/>
          <a:chExt cx="0" cy="0"/>
        </a:xfrm>
      </p:grpSpPr>
      <p:sp>
        <p:nvSpPr>
          <p:cNvPr id="382" name="Google Shape;382;p10"/>
          <p:cNvSpPr txBox="1"/>
          <p:nvPr>
            <p:ph type="title"/>
          </p:nvPr>
        </p:nvSpPr>
        <p:spPr>
          <a:xfrm>
            <a:off x="1002575" y="4737700"/>
            <a:ext cx="16871700" cy="5667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12500"/>
              <a:buNone/>
              <a:defRPr/>
            </a:lvl1pPr>
            <a:lvl2pPr lvl="1">
              <a:spcBef>
                <a:spcPts val="0"/>
              </a:spcBef>
              <a:spcAft>
                <a:spcPts val="0"/>
              </a:spcAft>
              <a:buSzPts val="12500"/>
              <a:buFont typeface="Anton"/>
              <a:buNone/>
              <a:defRPr sz="12500">
                <a:latin typeface="Anton"/>
                <a:ea typeface="Anton"/>
                <a:cs typeface="Anton"/>
                <a:sym typeface="Anton"/>
              </a:defRPr>
            </a:lvl2pPr>
            <a:lvl3pPr lvl="2">
              <a:spcBef>
                <a:spcPts val="0"/>
              </a:spcBef>
              <a:spcAft>
                <a:spcPts val="0"/>
              </a:spcAft>
              <a:buSzPts val="12500"/>
              <a:buFont typeface="Anton"/>
              <a:buNone/>
              <a:defRPr sz="12500">
                <a:latin typeface="Anton"/>
                <a:ea typeface="Anton"/>
                <a:cs typeface="Anton"/>
                <a:sym typeface="Anton"/>
              </a:defRPr>
            </a:lvl3pPr>
            <a:lvl4pPr lvl="3">
              <a:spcBef>
                <a:spcPts val="0"/>
              </a:spcBef>
              <a:spcAft>
                <a:spcPts val="0"/>
              </a:spcAft>
              <a:buSzPts val="12500"/>
              <a:buFont typeface="Anton"/>
              <a:buNone/>
              <a:defRPr sz="12500">
                <a:latin typeface="Anton"/>
                <a:ea typeface="Anton"/>
                <a:cs typeface="Anton"/>
                <a:sym typeface="Anton"/>
              </a:defRPr>
            </a:lvl4pPr>
            <a:lvl5pPr lvl="4">
              <a:spcBef>
                <a:spcPts val="0"/>
              </a:spcBef>
              <a:spcAft>
                <a:spcPts val="0"/>
              </a:spcAft>
              <a:buSzPts val="12500"/>
              <a:buFont typeface="Anton"/>
              <a:buNone/>
              <a:defRPr sz="12500">
                <a:latin typeface="Anton"/>
                <a:ea typeface="Anton"/>
                <a:cs typeface="Anton"/>
                <a:sym typeface="Anton"/>
              </a:defRPr>
            </a:lvl5pPr>
            <a:lvl6pPr lvl="5">
              <a:spcBef>
                <a:spcPts val="0"/>
              </a:spcBef>
              <a:spcAft>
                <a:spcPts val="0"/>
              </a:spcAft>
              <a:buSzPts val="12500"/>
              <a:buFont typeface="Anton"/>
              <a:buNone/>
              <a:defRPr sz="12500">
                <a:latin typeface="Anton"/>
                <a:ea typeface="Anton"/>
                <a:cs typeface="Anton"/>
                <a:sym typeface="Anton"/>
              </a:defRPr>
            </a:lvl6pPr>
            <a:lvl7pPr lvl="6">
              <a:spcBef>
                <a:spcPts val="0"/>
              </a:spcBef>
              <a:spcAft>
                <a:spcPts val="0"/>
              </a:spcAft>
              <a:buSzPts val="12500"/>
              <a:buFont typeface="Anton"/>
              <a:buNone/>
              <a:defRPr sz="12500">
                <a:latin typeface="Anton"/>
                <a:ea typeface="Anton"/>
                <a:cs typeface="Anton"/>
                <a:sym typeface="Anton"/>
              </a:defRPr>
            </a:lvl7pPr>
            <a:lvl8pPr lvl="7">
              <a:spcBef>
                <a:spcPts val="0"/>
              </a:spcBef>
              <a:spcAft>
                <a:spcPts val="0"/>
              </a:spcAft>
              <a:buSzPts val="12500"/>
              <a:buFont typeface="Anton"/>
              <a:buNone/>
              <a:defRPr sz="12500">
                <a:latin typeface="Anton"/>
                <a:ea typeface="Anton"/>
                <a:cs typeface="Anton"/>
                <a:sym typeface="Anton"/>
              </a:defRPr>
            </a:lvl8pPr>
            <a:lvl9pPr lvl="8">
              <a:spcBef>
                <a:spcPts val="0"/>
              </a:spcBef>
              <a:spcAft>
                <a:spcPts val="0"/>
              </a:spcAft>
              <a:buSzPts val="12500"/>
              <a:buFont typeface="Anton"/>
              <a:buNone/>
              <a:defRPr sz="12500">
                <a:latin typeface="Anton"/>
                <a:ea typeface="Anton"/>
                <a:cs typeface="Anton"/>
                <a:sym typeface="Anton"/>
              </a:defRPr>
            </a:lvl9pPr>
          </a:lstStyle>
          <a:p/>
        </p:txBody>
      </p:sp>
      <p:sp>
        <p:nvSpPr>
          <p:cNvPr id="383" name="Google Shape;383;p10"/>
          <p:cNvSpPr/>
          <p:nvPr>
            <p:ph idx="2" type="pic"/>
          </p:nvPr>
        </p:nvSpPr>
        <p:spPr>
          <a:xfrm>
            <a:off x="1125547" y="5629275"/>
            <a:ext cx="4245000" cy="3183900"/>
          </a:xfrm>
          <a:prstGeom prst="rect">
            <a:avLst/>
          </a:prstGeom>
          <a:noFill/>
          <a:ln>
            <a:noFill/>
          </a:ln>
        </p:spPr>
      </p:sp>
      <p:sp>
        <p:nvSpPr>
          <p:cNvPr id="384" name="Google Shape;384;p10"/>
          <p:cNvSpPr txBox="1"/>
          <p:nvPr>
            <p:ph idx="1" type="body"/>
          </p:nvPr>
        </p:nvSpPr>
        <p:spPr>
          <a:xfrm>
            <a:off x="6159513" y="6081688"/>
            <a:ext cx="5486400" cy="804900"/>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500"/>
              <a:buNone/>
              <a:defRPr/>
            </a:lvl1pPr>
            <a:lvl2pPr indent="-228600" lvl="1" marL="914400" algn="l">
              <a:spcBef>
                <a:spcPts val="240"/>
              </a:spcBef>
              <a:spcAft>
                <a:spcPts val="0"/>
              </a:spcAft>
              <a:buClr>
                <a:schemeClr val="dk1"/>
              </a:buClr>
              <a:buSzPts val="1500"/>
              <a:buNone/>
              <a:defRPr/>
            </a:lvl2pPr>
            <a:lvl3pPr indent="-228600" lvl="2" marL="1371600" algn="l">
              <a:spcBef>
                <a:spcPts val="200"/>
              </a:spcBef>
              <a:spcAft>
                <a:spcPts val="0"/>
              </a:spcAft>
              <a:buClr>
                <a:schemeClr val="dk1"/>
              </a:buClr>
              <a:buSzPts val="1500"/>
              <a:buNone/>
              <a:defRPr/>
            </a:lvl3pPr>
            <a:lvl4pPr indent="-228600" lvl="3" marL="1828800" algn="l">
              <a:spcBef>
                <a:spcPts val="180"/>
              </a:spcBef>
              <a:spcAft>
                <a:spcPts val="0"/>
              </a:spcAft>
              <a:buClr>
                <a:schemeClr val="dk1"/>
              </a:buClr>
              <a:buSzPts val="1500"/>
              <a:buNone/>
              <a:defRPr/>
            </a:lvl4pPr>
            <a:lvl5pPr indent="-228600" lvl="4" marL="2286000" algn="l">
              <a:spcBef>
                <a:spcPts val="180"/>
              </a:spcBef>
              <a:spcAft>
                <a:spcPts val="0"/>
              </a:spcAft>
              <a:buClr>
                <a:schemeClr val="dk1"/>
              </a:buClr>
              <a:buSzPts val="1500"/>
              <a:buNone/>
              <a:defRPr/>
            </a:lvl5pPr>
            <a:lvl6pPr indent="-228600" lvl="5" marL="2743200" algn="l">
              <a:spcBef>
                <a:spcPts val="180"/>
              </a:spcBef>
              <a:spcAft>
                <a:spcPts val="0"/>
              </a:spcAft>
              <a:buClr>
                <a:schemeClr val="dk1"/>
              </a:buClr>
              <a:buSzPts val="1500"/>
              <a:buNone/>
              <a:defRPr/>
            </a:lvl6pPr>
            <a:lvl7pPr indent="-228600" lvl="6" marL="3200400" algn="l">
              <a:spcBef>
                <a:spcPts val="180"/>
              </a:spcBef>
              <a:spcAft>
                <a:spcPts val="0"/>
              </a:spcAft>
              <a:buClr>
                <a:schemeClr val="dk1"/>
              </a:buClr>
              <a:buSzPts val="1500"/>
              <a:buNone/>
              <a:defRPr/>
            </a:lvl7pPr>
            <a:lvl8pPr indent="-228600" lvl="7" marL="3657600" algn="l">
              <a:spcBef>
                <a:spcPts val="180"/>
              </a:spcBef>
              <a:spcAft>
                <a:spcPts val="0"/>
              </a:spcAft>
              <a:buClr>
                <a:schemeClr val="dk1"/>
              </a:buClr>
              <a:buSzPts val="1500"/>
              <a:buNone/>
              <a:defRPr/>
            </a:lvl8pPr>
            <a:lvl9pPr indent="-228600" lvl="8" marL="4114800" algn="l">
              <a:spcBef>
                <a:spcPts val="180"/>
              </a:spcBef>
              <a:spcAft>
                <a:spcPts val="0"/>
              </a:spcAft>
              <a:buClr>
                <a:schemeClr val="dk1"/>
              </a:buClr>
              <a:buSzPts val="1500"/>
              <a:buNone/>
              <a:defRPr/>
            </a:lvl9pPr>
          </a:lstStyle>
          <a:p/>
        </p:txBody>
      </p:sp>
      <p:sp>
        <p:nvSpPr>
          <p:cNvPr id="385" name="Google Shape;385;p10"/>
          <p:cNvSpPr/>
          <p:nvPr/>
        </p:nvSpPr>
        <p:spPr>
          <a:xfrm>
            <a:off x="14398941" y="5079095"/>
            <a:ext cx="836443" cy="1333460"/>
          </a:xfrm>
          <a:custGeom>
            <a:rect b="b" l="l" r="r" t="t"/>
            <a:pathLst>
              <a:path extrusionOk="0" h="1333460" w="836443">
                <a:moveTo>
                  <a:pt x="0" y="0"/>
                </a:moveTo>
                <a:lnTo>
                  <a:pt x="836443" y="0"/>
                </a:lnTo>
                <a:lnTo>
                  <a:pt x="836443" y="1333460"/>
                </a:lnTo>
                <a:lnTo>
                  <a:pt x="0" y="1333460"/>
                </a:lnTo>
                <a:lnTo>
                  <a:pt x="0" y="0"/>
                </a:lnTo>
                <a:close/>
              </a:path>
            </a:pathLst>
          </a:custGeom>
          <a:blipFill rotWithShape="1">
            <a:blip r:embed="rId2">
              <a:alphaModFix/>
            </a:blip>
            <a:stretch>
              <a:fillRect b="0" l="0" r="0" t="0"/>
            </a:stretch>
          </a:blipFill>
          <a:ln>
            <a:noFill/>
          </a:ln>
        </p:spPr>
      </p:sp>
      <p:grpSp>
        <p:nvGrpSpPr>
          <p:cNvPr id="386" name="Google Shape;386;p10"/>
          <p:cNvGrpSpPr/>
          <p:nvPr/>
        </p:nvGrpSpPr>
        <p:grpSpPr>
          <a:xfrm rot="2821244">
            <a:off x="16959832" y="165852"/>
            <a:ext cx="1057608" cy="1194515"/>
            <a:chOff x="-95789" y="-89371"/>
            <a:chExt cx="1410145" cy="1592687"/>
          </a:xfrm>
        </p:grpSpPr>
        <p:grpSp>
          <p:nvGrpSpPr>
            <p:cNvPr id="387" name="Google Shape;387;p10"/>
            <p:cNvGrpSpPr/>
            <p:nvPr/>
          </p:nvGrpSpPr>
          <p:grpSpPr>
            <a:xfrm rot="-2821068">
              <a:off x="134816" y="282908"/>
              <a:ext cx="943563" cy="1040889"/>
              <a:chOff x="0" y="-47625"/>
              <a:chExt cx="343200" cy="378600"/>
            </a:xfrm>
          </p:grpSpPr>
          <p:sp>
            <p:nvSpPr>
              <p:cNvPr id="388" name="Google Shape;388;p10"/>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0"/>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0" name="Google Shape;390;p10"/>
            <p:cNvGrpSpPr/>
            <p:nvPr/>
          </p:nvGrpSpPr>
          <p:grpSpPr>
            <a:xfrm rot="-2821068">
              <a:off x="140189" y="90147"/>
              <a:ext cx="943563" cy="1040889"/>
              <a:chOff x="0" y="-47625"/>
              <a:chExt cx="343200" cy="378600"/>
            </a:xfrm>
          </p:grpSpPr>
          <p:sp>
            <p:nvSpPr>
              <p:cNvPr id="391" name="Google Shape;391;p10"/>
              <p:cNvSpPr/>
              <p:nvPr/>
            </p:nvSpPr>
            <p:spPr>
              <a:xfrm>
                <a:off x="0" y="0"/>
                <a:ext cx="343153" cy="330886"/>
              </a:xfrm>
              <a:custGeom>
                <a:rect b="b" l="l" r="r" t="t"/>
                <a:pathLst>
                  <a:path extrusionOk="0" h="330886" w="343153">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0"/>
              <p:cNvSpPr txBox="1"/>
              <p:nvPr/>
            </p:nvSpPr>
            <p:spPr>
              <a:xfrm>
                <a:off x="0" y="-47625"/>
                <a:ext cx="343200" cy="378600"/>
              </a:xfrm>
              <a:prstGeom prst="rect">
                <a:avLst/>
              </a:prstGeom>
              <a:noFill/>
              <a:ln>
                <a:noFill/>
              </a:ln>
            </p:spPr>
            <p:txBody>
              <a:bodyPr anchorCtr="0" anchor="ctr" bIns="117125" lIns="117125" spcFirstLastPara="1" rIns="117125" wrap="square" tIns="117125">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3" name="Google Shape;393;p10"/>
            <p:cNvGrpSpPr/>
            <p:nvPr/>
          </p:nvGrpSpPr>
          <p:grpSpPr>
            <a:xfrm>
              <a:off x="625032" y="253444"/>
              <a:ext cx="69946" cy="699550"/>
              <a:chOff x="0" y="-47625"/>
              <a:chExt cx="31856" cy="318600"/>
            </a:xfrm>
          </p:grpSpPr>
          <p:sp>
            <p:nvSpPr>
              <p:cNvPr id="394" name="Google Shape;394;p10"/>
              <p:cNvSpPr/>
              <p:nvPr/>
            </p:nvSpPr>
            <p:spPr>
              <a:xfrm>
                <a:off x="0" y="0"/>
                <a:ext cx="31856" cy="270933"/>
              </a:xfrm>
              <a:custGeom>
                <a:rect b="b" l="l" r="r" t="t"/>
                <a:pathLst>
                  <a:path extrusionOk="0" h="270933" w="31856">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0"/>
              <p:cNvSpPr txBox="1"/>
              <p:nvPr/>
            </p:nvSpPr>
            <p:spPr>
              <a:xfrm>
                <a:off x="0" y="-47625"/>
                <a:ext cx="318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96" name="Google Shape;396;p10"/>
            <p:cNvGrpSpPr/>
            <p:nvPr/>
          </p:nvGrpSpPr>
          <p:grpSpPr>
            <a:xfrm rot="5400000">
              <a:off x="675978" y="305678"/>
              <a:ext cx="72520" cy="699550"/>
              <a:chOff x="0" y="-47625"/>
              <a:chExt cx="33028" cy="318600"/>
            </a:xfrm>
          </p:grpSpPr>
          <p:sp>
            <p:nvSpPr>
              <p:cNvPr id="397" name="Google Shape;397;p10"/>
              <p:cNvSpPr/>
              <p:nvPr/>
            </p:nvSpPr>
            <p:spPr>
              <a:xfrm>
                <a:off x="0" y="0"/>
                <a:ext cx="33028" cy="270933"/>
              </a:xfrm>
              <a:custGeom>
                <a:rect b="b" l="l" r="r" t="t"/>
                <a:pathLst>
                  <a:path extrusionOk="0" h="270933" w="33028">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0"/>
              <p:cNvSpPr txBox="1"/>
              <p:nvPr/>
            </p:nvSpPr>
            <p:spPr>
              <a:xfrm>
                <a:off x="0" y="-47625"/>
                <a:ext cx="33000" cy="31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399" name="Google Shape;399;p10"/>
          <p:cNvGrpSpPr/>
          <p:nvPr/>
        </p:nvGrpSpPr>
        <p:grpSpPr>
          <a:xfrm rot="10800000">
            <a:off x="8547898" y="480862"/>
            <a:ext cx="5851052" cy="1310243"/>
            <a:chOff x="2" y="-564"/>
            <a:chExt cx="7801403" cy="1746991"/>
          </a:xfrm>
        </p:grpSpPr>
        <p:grpSp>
          <p:nvGrpSpPr>
            <p:cNvPr id="400" name="Google Shape;400;p10"/>
            <p:cNvGrpSpPr/>
            <p:nvPr/>
          </p:nvGrpSpPr>
          <p:grpSpPr>
            <a:xfrm rot="10800000">
              <a:off x="5628043" y="1225496"/>
              <a:ext cx="2173362" cy="520931"/>
              <a:chOff x="0" y="-47625"/>
              <a:chExt cx="429306" cy="102900"/>
            </a:xfrm>
          </p:grpSpPr>
          <p:sp>
            <p:nvSpPr>
              <p:cNvPr id="401" name="Google Shape;401;p1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3" name="Google Shape;403;p10"/>
            <p:cNvGrpSpPr/>
            <p:nvPr/>
          </p:nvGrpSpPr>
          <p:grpSpPr>
            <a:xfrm rot="10800000">
              <a:off x="3056329" y="1225496"/>
              <a:ext cx="2173362" cy="520931"/>
              <a:chOff x="0" y="-47625"/>
              <a:chExt cx="429306" cy="102900"/>
            </a:xfrm>
          </p:grpSpPr>
          <p:sp>
            <p:nvSpPr>
              <p:cNvPr id="404" name="Google Shape;404;p1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6" name="Google Shape;406;p10"/>
            <p:cNvGrpSpPr/>
            <p:nvPr/>
          </p:nvGrpSpPr>
          <p:grpSpPr>
            <a:xfrm rot="10800000">
              <a:off x="4282710" y="409333"/>
              <a:ext cx="2173362" cy="520931"/>
              <a:chOff x="0" y="-47625"/>
              <a:chExt cx="429306" cy="102900"/>
            </a:xfrm>
          </p:grpSpPr>
          <p:sp>
            <p:nvSpPr>
              <p:cNvPr id="407" name="Google Shape;407;p1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09" name="Google Shape;409;p10"/>
            <p:cNvGrpSpPr/>
            <p:nvPr/>
          </p:nvGrpSpPr>
          <p:grpSpPr>
            <a:xfrm rot="10800000">
              <a:off x="1969648" y="420756"/>
              <a:ext cx="2173362" cy="520931"/>
              <a:chOff x="0" y="-47625"/>
              <a:chExt cx="429306" cy="102900"/>
            </a:xfrm>
          </p:grpSpPr>
          <p:sp>
            <p:nvSpPr>
              <p:cNvPr id="410" name="Google Shape;410;p1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2" name="Google Shape;412;p10"/>
            <p:cNvGrpSpPr/>
            <p:nvPr/>
          </p:nvGrpSpPr>
          <p:grpSpPr>
            <a:xfrm rot="10800000">
              <a:off x="1295727" y="1225496"/>
              <a:ext cx="1191034" cy="520931"/>
              <a:chOff x="0" y="-47625"/>
              <a:chExt cx="235266" cy="102900"/>
            </a:xfrm>
          </p:grpSpPr>
          <p:sp>
            <p:nvSpPr>
              <p:cNvPr id="413" name="Google Shape;413;p10"/>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10"/>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5" name="Google Shape;415;p10"/>
            <p:cNvGrpSpPr/>
            <p:nvPr/>
          </p:nvGrpSpPr>
          <p:grpSpPr>
            <a:xfrm rot="10800000">
              <a:off x="2" y="420756"/>
              <a:ext cx="1191034" cy="520931"/>
              <a:chOff x="0" y="-47625"/>
              <a:chExt cx="235266" cy="102900"/>
            </a:xfrm>
          </p:grpSpPr>
          <p:sp>
            <p:nvSpPr>
              <p:cNvPr id="416" name="Google Shape;416;p10"/>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10"/>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18" name="Google Shape;418;p10"/>
            <p:cNvGrpSpPr/>
            <p:nvPr/>
          </p:nvGrpSpPr>
          <p:grpSpPr>
            <a:xfrm rot="10800000">
              <a:off x="6598555" y="420693"/>
              <a:ext cx="1202850" cy="498150"/>
              <a:chOff x="0" y="-47625"/>
              <a:chExt cx="237600" cy="98400"/>
            </a:xfrm>
          </p:grpSpPr>
          <p:sp>
            <p:nvSpPr>
              <p:cNvPr id="419" name="Google Shape;419;p10"/>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0"/>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1" name="Google Shape;421;p10"/>
            <p:cNvGrpSpPr/>
            <p:nvPr/>
          </p:nvGrpSpPr>
          <p:grpSpPr>
            <a:xfrm rot="10800000">
              <a:off x="3423956" y="819231"/>
              <a:ext cx="4377448" cy="520931"/>
              <a:chOff x="0" y="-47625"/>
              <a:chExt cx="864681" cy="102900"/>
            </a:xfrm>
          </p:grpSpPr>
          <p:sp>
            <p:nvSpPr>
              <p:cNvPr id="422" name="Google Shape;422;p10"/>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0"/>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24" name="Google Shape;424;p10"/>
            <p:cNvGrpSpPr/>
            <p:nvPr/>
          </p:nvGrpSpPr>
          <p:grpSpPr>
            <a:xfrm rot="10800000">
              <a:off x="3423956" y="-564"/>
              <a:ext cx="4377448" cy="520931"/>
              <a:chOff x="0" y="-47625"/>
              <a:chExt cx="864681" cy="102900"/>
            </a:xfrm>
          </p:grpSpPr>
          <p:sp>
            <p:nvSpPr>
              <p:cNvPr id="425" name="Google Shape;425;p10"/>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0"/>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427" name="Google Shape;427;p10"/>
          <p:cNvGrpSpPr/>
          <p:nvPr/>
        </p:nvGrpSpPr>
        <p:grpSpPr>
          <a:xfrm rot="10800000">
            <a:off x="12023215" y="8251029"/>
            <a:ext cx="5851052" cy="1310243"/>
            <a:chOff x="2" y="-564"/>
            <a:chExt cx="7801403" cy="1746991"/>
          </a:xfrm>
        </p:grpSpPr>
        <p:grpSp>
          <p:nvGrpSpPr>
            <p:cNvPr id="428" name="Google Shape;428;p10"/>
            <p:cNvGrpSpPr/>
            <p:nvPr/>
          </p:nvGrpSpPr>
          <p:grpSpPr>
            <a:xfrm rot="10800000">
              <a:off x="5628043" y="1225496"/>
              <a:ext cx="2173362" cy="520931"/>
              <a:chOff x="0" y="-47625"/>
              <a:chExt cx="429306" cy="102900"/>
            </a:xfrm>
          </p:grpSpPr>
          <p:sp>
            <p:nvSpPr>
              <p:cNvPr id="429" name="Google Shape;429;p1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1" name="Google Shape;431;p10"/>
            <p:cNvGrpSpPr/>
            <p:nvPr/>
          </p:nvGrpSpPr>
          <p:grpSpPr>
            <a:xfrm rot="10800000">
              <a:off x="3056329" y="1225496"/>
              <a:ext cx="2173362" cy="520931"/>
              <a:chOff x="0" y="-47625"/>
              <a:chExt cx="429306" cy="102900"/>
            </a:xfrm>
          </p:grpSpPr>
          <p:sp>
            <p:nvSpPr>
              <p:cNvPr id="432" name="Google Shape;432;p1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4" name="Google Shape;434;p10"/>
            <p:cNvGrpSpPr/>
            <p:nvPr/>
          </p:nvGrpSpPr>
          <p:grpSpPr>
            <a:xfrm rot="10800000">
              <a:off x="4282710" y="409333"/>
              <a:ext cx="2173362" cy="520931"/>
              <a:chOff x="0" y="-47625"/>
              <a:chExt cx="429306" cy="102900"/>
            </a:xfrm>
          </p:grpSpPr>
          <p:sp>
            <p:nvSpPr>
              <p:cNvPr id="435" name="Google Shape;435;p1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37" name="Google Shape;437;p10"/>
            <p:cNvGrpSpPr/>
            <p:nvPr/>
          </p:nvGrpSpPr>
          <p:grpSpPr>
            <a:xfrm rot="10800000">
              <a:off x="1969648" y="420756"/>
              <a:ext cx="2173362" cy="520931"/>
              <a:chOff x="0" y="-47625"/>
              <a:chExt cx="429306" cy="102900"/>
            </a:xfrm>
          </p:grpSpPr>
          <p:sp>
            <p:nvSpPr>
              <p:cNvPr id="438" name="Google Shape;438;p1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0" name="Google Shape;440;p10"/>
            <p:cNvGrpSpPr/>
            <p:nvPr/>
          </p:nvGrpSpPr>
          <p:grpSpPr>
            <a:xfrm rot="10800000">
              <a:off x="1295727" y="1225496"/>
              <a:ext cx="1191034" cy="520931"/>
              <a:chOff x="0" y="-47625"/>
              <a:chExt cx="235266" cy="102900"/>
            </a:xfrm>
          </p:grpSpPr>
          <p:sp>
            <p:nvSpPr>
              <p:cNvPr id="441" name="Google Shape;441;p10"/>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0"/>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3" name="Google Shape;443;p10"/>
            <p:cNvGrpSpPr/>
            <p:nvPr/>
          </p:nvGrpSpPr>
          <p:grpSpPr>
            <a:xfrm rot="10800000">
              <a:off x="2" y="420756"/>
              <a:ext cx="1191034" cy="520931"/>
              <a:chOff x="0" y="-47625"/>
              <a:chExt cx="235266" cy="102900"/>
            </a:xfrm>
          </p:grpSpPr>
          <p:sp>
            <p:nvSpPr>
              <p:cNvPr id="444" name="Google Shape;444;p10"/>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0"/>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6" name="Google Shape;446;p10"/>
            <p:cNvGrpSpPr/>
            <p:nvPr/>
          </p:nvGrpSpPr>
          <p:grpSpPr>
            <a:xfrm rot="10800000">
              <a:off x="6598555" y="420693"/>
              <a:ext cx="1202850" cy="498150"/>
              <a:chOff x="0" y="-47625"/>
              <a:chExt cx="237600" cy="98400"/>
            </a:xfrm>
          </p:grpSpPr>
          <p:sp>
            <p:nvSpPr>
              <p:cNvPr id="447" name="Google Shape;447;p10"/>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0"/>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49" name="Google Shape;449;p10"/>
            <p:cNvGrpSpPr/>
            <p:nvPr/>
          </p:nvGrpSpPr>
          <p:grpSpPr>
            <a:xfrm rot="10800000">
              <a:off x="3423956" y="819231"/>
              <a:ext cx="4377448" cy="520931"/>
              <a:chOff x="0" y="-47625"/>
              <a:chExt cx="864681" cy="102900"/>
            </a:xfrm>
          </p:grpSpPr>
          <p:sp>
            <p:nvSpPr>
              <p:cNvPr id="450" name="Google Shape;450;p10"/>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0"/>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52" name="Google Shape;452;p10"/>
            <p:cNvGrpSpPr/>
            <p:nvPr/>
          </p:nvGrpSpPr>
          <p:grpSpPr>
            <a:xfrm rot="10800000">
              <a:off x="3423956" y="-564"/>
              <a:ext cx="4377448" cy="520931"/>
              <a:chOff x="0" y="-47625"/>
              <a:chExt cx="864681" cy="102900"/>
            </a:xfrm>
          </p:grpSpPr>
          <p:sp>
            <p:nvSpPr>
              <p:cNvPr id="453" name="Google Shape;453;p10"/>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10"/>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0"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5"/>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9150" y="1893900"/>
            <a:ext cx="16500000" cy="1143000"/>
          </a:xfrm>
          <a:prstGeom prst="rect">
            <a:avLst/>
          </a:prstGeom>
          <a:noFill/>
          <a:ln>
            <a:noFill/>
          </a:ln>
        </p:spPr>
        <p:txBody>
          <a:bodyPr anchorCtr="0" anchor="ctr" bIns="45700" lIns="91425" spcFirstLastPara="1" rIns="91425" wrap="square" tIns="45700">
            <a:normAutofit/>
          </a:bodyPr>
          <a:lstStyle>
            <a:lvl1pPr lvl="0" marR="0" rtl="0">
              <a:spcBef>
                <a:spcPts val="0"/>
              </a:spcBef>
              <a:spcAft>
                <a:spcPts val="0"/>
              </a:spcAft>
              <a:buClr>
                <a:srgbClr val="393A3F"/>
              </a:buClr>
              <a:buSzPts val="12500"/>
              <a:buFont typeface="Anton"/>
              <a:buNone/>
              <a:defRPr i="0" sz="12500" u="none" cap="none" strike="noStrike">
                <a:solidFill>
                  <a:srgbClr val="393A3F"/>
                </a:solidFill>
                <a:latin typeface="Anton"/>
                <a:ea typeface="Anton"/>
                <a:cs typeface="Anton"/>
                <a:sym typeface="Anto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5172100" y="5060950"/>
            <a:ext cx="6927300" cy="2985000"/>
          </a:xfrm>
          <a:prstGeom prst="rect">
            <a:avLst/>
          </a:prstGeom>
          <a:noFill/>
          <a:ln>
            <a:noFill/>
          </a:ln>
        </p:spPr>
        <p:txBody>
          <a:bodyPr anchorCtr="0" anchor="t" bIns="45700" lIns="91425" spcFirstLastPara="1" rIns="91425" wrap="square" tIns="45700">
            <a:normAutofit/>
          </a:bodyPr>
          <a:lstStyle>
            <a:lvl1pPr indent="-323850" lvl="0" marL="457200" marR="0" rtl="0" algn="l">
              <a:spcBef>
                <a:spcPts val="640"/>
              </a:spcBef>
              <a:spcAft>
                <a:spcPts val="0"/>
              </a:spcAft>
              <a:buClr>
                <a:schemeClr val="dk1"/>
              </a:buClr>
              <a:buSzPts val="1500"/>
              <a:buFont typeface="Anton"/>
              <a:buChar char="•"/>
              <a:defRPr i="0" sz="1500" u="none" cap="none" strike="noStrike">
                <a:solidFill>
                  <a:schemeClr val="dk1"/>
                </a:solidFill>
                <a:latin typeface="Anton"/>
                <a:ea typeface="Anton"/>
                <a:cs typeface="Anton"/>
                <a:sym typeface="Anton"/>
              </a:defRPr>
            </a:lvl1pPr>
            <a:lvl2pPr indent="-323850" lvl="1" marL="914400" marR="0" rtl="0" algn="l">
              <a:spcBef>
                <a:spcPts val="560"/>
              </a:spcBef>
              <a:spcAft>
                <a:spcPts val="0"/>
              </a:spcAft>
              <a:buClr>
                <a:schemeClr val="dk1"/>
              </a:buClr>
              <a:buSzPts val="1500"/>
              <a:buFont typeface="Anton"/>
              <a:buChar char="–"/>
              <a:defRPr i="0" sz="1500" u="none" cap="none" strike="noStrike">
                <a:solidFill>
                  <a:schemeClr val="dk1"/>
                </a:solidFill>
                <a:latin typeface="Anton"/>
                <a:ea typeface="Anton"/>
                <a:cs typeface="Anton"/>
                <a:sym typeface="Anton"/>
              </a:defRPr>
            </a:lvl2pPr>
            <a:lvl3pPr indent="-323850" lvl="2" marL="1371600" marR="0" rtl="0" algn="l">
              <a:spcBef>
                <a:spcPts val="480"/>
              </a:spcBef>
              <a:spcAft>
                <a:spcPts val="0"/>
              </a:spcAft>
              <a:buClr>
                <a:schemeClr val="dk1"/>
              </a:buClr>
              <a:buSzPts val="1500"/>
              <a:buFont typeface="Anton"/>
              <a:buChar char="•"/>
              <a:defRPr i="0" sz="1500" u="none" cap="none" strike="noStrike">
                <a:solidFill>
                  <a:schemeClr val="dk1"/>
                </a:solidFill>
                <a:latin typeface="Anton"/>
                <a:ea typeface="Anton"/>
                <a:cs typeface="Anton"/>
                <a:sym typeface="Anton"/>
              </a:defRPr>
            </a:lvl3pPr>
            <a:lvl4pPr indent="-323850" lvl="3" marL="1828800" marR="0" rtl="0" algn="l">
              <a:spcBef>
                <a:spcPts val="400"/>
              </a:spcBef>
              <a:spcAft>
                <a:spcPts val="0"/>
              </a:spcAft>
              <a:buClr>
                <a:schemeClr val="dk1"/>
              </a:buClr>
              <a:buSzPts val="1500"/>
              <a:buFont typeface="Anton"/>
              <a:buChar char="–"/>
              <a:defRPr i="0" sz="1500" u="none" cap="none" strike="noStrike">
                <a:solidFill>
                  <a:schemeClr val="dk1"/>
                </a:solidFill>
                <a:latin typeface="Anton"/>
                <a:ea typeface="Anton"/>
                <a:cs typeface="Anton"/>
                <a:sym typeface="Anton"/>
              </a:defRPr>
            </a:lvl4pPr>
            <a:lvl5pPr indent="-323850" lvl="4" marL="2286000" marR="0" rtl="0" algn="l">
              <a:spcBef>
                <a:spcPts val="400"/>
              </a:spcBef>
              <a:spcAft>
                <a:spcPts val="0"/>
              </a:spcAft>
              <a:buClr>
                <a:schemeClr val="dk1"/>
              </a:buClr>
              <a:buSzPts val="1500"/>
              <a:buFont typeface="Anton"/>
              <a:buChar char="»"/>
              <a:defRPr i="0" sz="1500" u="none" cap="none" strike="noStrike">
                <a:solidFill>
                  <a:schemeClr val="dk1"/>
                </a:solidFill>
                <a:latin typeface="Anton"/>
                <a:ea typeface="Anton"/>
                <a:cs typeface="Anton"/>
                <a:sym typeface="Anton"/>
              </a:defRPr>
            </a:lvl5pPr>
            <a:lvl6pPr indent="-323850" lvl="5" marL="2743200" marR="0" rtl="0" algn="l">
              <a:spcBef>
                <a:spcPts val="400"/>
              </a:spcBef>
              <a:spcAft>
                <a:spcPts val="0"/>
              </a:spcAft>
              <a:buClr>
                <a:schemeClr val="dk1"/>
              </a:buClr>
              <a:buSzPts val="1500"/>
              <a:buFont typeface="Anton"/>
              <a:buChar char="•"/>
              <a:defRPr i="0" sz="1500" u="none" cap="none" strike="noStrike">
                <a:solidFill>
                  <a:schemeClr val="dk1"/>
                </a:solidFill>
                <a:latin typeface="Anton"/>
                <a:ea typeface="Anton"/>
                <a:cs typeface="Anton"/>
                <a:sym typeface="Anton"/>
              </a:defRPr>
            </a:lvl6pPr>
            <a:lvl7pPr indent="-323850" lvl="6" marL="3200400" marR="0" rtl="0" algn="l">
              <a:spcBef>
                <a:spcPts val="400"/>
              </a:spcBef>
              <a:spcAft>
                <a:spcPts val="0"/>
              </a:spcAft>
              <a:buClr>
                <a:schemeClr val="dk1"/>
              </a:buClr>
              <a:buSzPts val="1500"/>
              <a:buFont typeface="Anton"/>
              <a:buChar char="•"/>
              <a:defRPr i="0" sz="1500" u="none" cap="none" strike="noStrike">
                <a:solidFill>
                  <a:schemeClr val="dk1"/>
                </a:solidFill>
                <a:latin typeface="Anton"/>
                <a:ea typeface="Anton"/>
                <a:cs typeface="Anton"/>
                <a:sym typeface="Anton"/>
              </a:defRPr>
            </a:lvl7pPr>
            <a:lvl8pPr indent="-323850" lvl="7" marL="3657600" marR="0" rtl="0" algn="l">
              <a:spcBef>
                <a:spcPts val="400"/>
              </a:spcBef>
              <a:spcAft>
                <a:spcPts val="0"/>
              </a:spcAft>
              <a:buClr>
                <a:schemeClr val="dk1"/>
              </a:buClr>
              <a:buSzPts val="1500"/>
              <a:buFont typeface="Anton"/>
              <a:buChar char="•"/>
              <a:defRPr i="0" sz="1500" u="none" cap="none" strike="noStrike">
                <a:solidFill>
                  <a:schemeClr val="dk1"/>
                </a:solidFill>
                <a:latin typeface="Anton"/>
                <a:ea typeface="Anton"/>
                <a:cs typeface="Anton"/>
                <a:sym typeface="Anton"/>
              </a:defRPr>
            </a:lvl8pPr>
            <a:lvl9pPr indent="-323850" lvl="8" marL="4114800" marR="0" rtl="0" algn="l">
              <a:spcBef>
                <a:spcPts val="400"/>
              </a:spcBef>
              <a:spcAft>
                <a:spcPts val="0"/>
              </a:spcAft>
              <a:buClr>
                <a:schemeClr val="dk1"/>
              </a:buClr>
              <a:buSzPts val="1500"/>
              <a:buFont typeface="Anton"/>
              <a:buChar char="•"/>
              <a:defRPr i="0" sz="1500" u="none" cap="none" strike="noStrike">
                <a:solidFill>
                  <a:schemeClr val="dk1"/>
                </a:solidFill>
                <a:latin typeface="Anton"/>
                <a:ea typeface="Anton"/>
                <a:cs typeface="Anton"/>
                <a:sym typeface="Anton"/>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transition spd="med">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458" name="Shape 458"/>
        <p:cNvGrpSpPr/>
        <p:nvPr/>
      </p:nvGrpSpPr>
      <p:grpSpPr>
        <a:xfrm>
          <a:off x="0" y="0"/>
          <a:ext cx="0" cy="0"/>
          <a:chOff x="0" y="0"/>
          <a:chExt cx="0" cy="0"/>
        </a:xfrm>
      </p:grpSpPr>
      <p:grpSp>
        <p:nvGrpSpPr>
          <p:cNvPr id="459" name="Google Shape;459;p11"/>
          <p:cNvGrpSpPr/>
          <p:nvPr/>
        </p:nvGrpSpPr>
        <p:grpSpPr>
          <a:xfrm>
            <a:off x="2603738" y="4926647"/>
            <a:ext cx="13242799" cy="2145375"/>
            <a:chOff x="0" y="-47625"/>
            <a:chExt cx="1719710" cy="378600"/>
          </a:xfrm>
        </p:grpSpPr>
        <p:sp>
          <p:nvSpPr>
            <p:cNvPr id="460" name="Google Shape;460;p11"/>
            <p:cNvSpPr/>
            <p:nvPr/>
          </p:nvSpPr>
          <p:spPr>
            <a:xfrm>
              <a:off x="0" y="0"/>
              <a:ext cx="1719710" cy="330886"/>
            </a:xfrm>
            <a:custGeom>
              <a:rect b="b" l="l" r="r" t="t"/>
              <a:pathLst>
                <a:path extrusionOk="0" h="330886" w="171971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393A3F"/>
            </a:solidFill>
            <a:ln>
              <a:noFill/>
            </a:ln>
          </p:spPr>
          <p:txBody>
            <a:bodyPr anchorCtr="0" anchor="ctr" bIns="123225" lIns="123225" spcFirstLastPara="1" rIns="123225" wrap="square" tIns="123225">
              <a:noAutofit/>
            </a:bodyPr>
            <a:lstStyle/>
            <a:p>
              <a:pPr indent="0" lvl="0" marL="0" rtl="0" algn="l">
                <a:spcBef>
                  <a:spcPts val="0"/>
                </a:spcBef>
                <a:spcAft>
                  <a:spcPts val="0"/>
                </a:spcAft>
                <a:buNone/>
              </a:pPr>
              <a:r>
                <a:t/>
              </a:r>
              <a:endParaRPr/>
            </a:p>
          </p:txBody>
        </p:sp>
        <p:sp>
          <p:nvSpPr>
            <p:cNvPr id="461" name="Google Shape;461;p11"/>
            <p:cNvSpPr txBox="1"/>
            <p:nvPr/>
          </p:nvSpPr>
          <p:spPr>
            <a:xfrm>
              <a:off x="0" y="-47625"/>
              <a:ext cx="1719600" cy="378600"/>
            </a:xfrm>
            <a:prstGeom prst="rect">
              <a:avLst/>
            </a:prstGeom>
            <a:noFill/>
            <a:ln>
              <a:noFill/>
            </a:ln>
          </p:spPr>
          <p:txBody>
            <a:bodyPr anchorCtr="0" anchor="ctr" bIns="68475" lIns="68475" spcFirstLastPara="1" rIns="68475" wrap="square" tIns="68475">
              <a:noAutofit/>
            </a:bodyPr>
            <a:lstStyle/>
            <a:p>
              <a:pPr indent="0" lvl="0" marL="0" marR="0" rtl="0" algn="ctr">
                <a:lnSpc>
                  <a:spcPct val="186611"/>
                </a:lnSpc>
                <a:spcBef>
                  <a:spcPts val="0"/>
                </a:spcBef>
                <a:spcAft>
                  <a:spcPts val="0"/>
                </a:spcAft>
                <a:buNone/>
              </a:pPr>
              <a:r>
                <a:t/>
              </a:r>
              <a:endParaRPr b="0" i="0" sz="2426" u="none" cap="none" strike="noStrike">
                <a:solidFill>
                  <a:schemeClr val="dk1"/>
                </a:solidFill>
                <a:latin typeface="Calibri"/>
                <a:ea typeface="Calibri"/>
                <a:cs typeface="Calibri"/>
                <a:sym typeface="Calibri"/>
              </a:endParaRPr>
            </a:p>
          </p:txBody>
        </p:sp>
      </p:grpSp>
      <p:grpSp>
        <p:nvGrpSpPr>
          <p:cNvPr id="462" name="Google Shape;462;p11"/>
          <p:cNvGrpSpPr/>
          <p:nvPr/>
        </p:nvGrpSpPr>
        <p:grpSpPr>
          <a:xfrm>
            <a:off x="2053100" y="2122824"/>
            <a:ext cx="14344101" cy="4603549"/>
            <a:chOff x="0" y="-47625"/>
            <a:chExt cx="1719710" cy="378600"/>
          </a:xfrm>
        </p:grpSpPr>
        <p:sp>
          <p:nvSpPr>
            <p:cNvPr id="463" name="Google Shape;463;p11"/>
            <p:cNvSpPr/>
            <p:nvPr/>
          </p:nvSpPr>
          <p:spPr>
            <a:xfrm>
              <a:off x="0" y="0"/>
              <a:ext cx="1719710" cy="330886"/>
            </a:xfrm>
            <a:custGeom>
              <a:rect b="b" l="l" r="r" t="t"/>
              <a:pathLst>
                <a:path extrusionOk="0" h="330886" w="171971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F6836B"/>
            </a:solidFill>
            <a:ln>
              <a:noFill/>
            </a:ln>
          </p:spPr>
          <p:txBody>
            <a:bodyPr anchorCtr="0" anchor="ctr" bIns="123225" lIns="123225" spcFirstLastPara="1" rIns="123225" wrap="square" tIns="123225">
              <a:noAutofit/>
            </a:bodyPr>
            <a:lstStyle/>
            <a:p>
              <a:pPr indent="0" lvl="0" marL="0" rtl="0" algn="l">
                <a:spcBef>
                  <a:spcPts val="0"/>
                </a:spcBef>
                <a:spcAft>
                  <a:spcPts val="0"/>
                </a:spcAft>
                <a:buNone/>
              </a:pPr>
              <a:r>
                <a:t/>
              </a:r>
              <a:endParaRPr/>
            </a:p>
          </p:txBody>
        </p:sp>
        <p:sp>
          <p:nvSpPr>
            <p:cNvPr id="464" name="Google Shape;464;p11"/>
            <p:cNvSpPr txBox="1"/>
            <p:nvPr/>
          </p:nvSpPr>
          <p:spPr>
            <a:xfrm>
              <a:off x="0" y="-47625"/>
              <a:ext cx="1719600" cy="378600"/>
            </a:xfrm>
            <a:prstGeom prst="rect">
              <a:avLst/>
            </a:prstGeom>
            <a:noFill/>
            <a:ln>
              <a:noFill/>
            </a:ln>
          </p:spPr>
          <p:txBody>
            <a:bodyPr anchorCtr="0" anchor="ctr" bIns="68475" lIns="68475" spcFirstLastPara="1" rIns="68475" wrap="square" tIns="68475">
              <a:noAutofit/>
            </a:bodyPr>
            <a:lstStyle/>
            <a:p>
              <a:pPr indent="0" lvl="0" marL="0" marR="0" rtl="0" algn="ctr">
                <a:lnSpc>
                  <a:spcPct val="186611"/>
                </a:lnSpc>
                <a:spcBef>
                  <a:spcPts val="0"/>
                </a:spcBef>
                <a:spcAft>
                  <a:spcPts val="0"/>
                </a:spcAft>
                <a:buNone/>
              </a:pPr>
              <a:r>
                <a:t/>
              </a:r>
              <a:endParaRPr b="0" i="0" sz="2426" u="none" cap="none" strike="noStrike">
                <a:solidFill>
                  <a:schemeClr val="dk1"/>
                </a:solidFill>
                <a:latin typeface="Calibri"/>
                <a:ea typeface="Calibri"/>
                <a:cs typeface="Calibri"/>
                <a:sym typeface="Calibri"/>
              </a:endParaRPr>
            </a:p>
          </p:txBody>
        </p:sp>
      </p:grpSp>
      <p:grpSp>
        <p:nvGrpSpPr>
          <p:cNvPr id="465" name="Google Shape;465;p11"/>
          <p:cNvGrpSpPr/>
          <p:nvPr/>
        </p:nvGrpSpPr>
        <p:grpSpPr>
          <a:xfrm flipH="1" rot="10800000">
            <a:off x="417483" y="242356"/>
            <a:ext cx="5851053" cy="1309820"/>
            <a:chOff x="0" y="-241100"/>
            <a:chExt cx="7801404" cy="1746426"/>
          </a:xfrm>
        </p:grpSpPr>
        <p:grpSp>
          <p:nvGrpSpPr>
            <p:cNvPr id="466" name="Google Shape;466;p11"/>
            <p:cNvGrpSpPr/>
            <p:nvPr/>
          </p:nvGrpSpPr>
          <p:grpSpPr>
            <a:xfrm>
              <a:off x="0" y="-241100"/>
              <a:ext cx="2173363" cy="520366"/>
              <a:chOff x="0" y="-47625"/>
              <a:chExt cx="429306" cy="102789"/>
            </a:xfrm>
          </p:grpSpPr>
          <p:sp>
            <p:nvSpPr>
              <p:cNvPr id="467" name="Google Shape;467;p11"/>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1"/>
              <p:cNvSpPr txBox="1"/>
              <p:nvPr/>
            </p:nvSpPr>
            <p:spPr>
              <a:xfrm>
                <a:off x="0" y="-47625"/>
                <a:ext cx="429306"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69" name="Google Shape;469;p11"/>
            <p:cNvGrpSpPr/>
            <p:nvPr/>
          </p:nvGrpSpPr>
          <p:grpSpPr>
            <a:xfrm>
              <a:off x="2571714" y="-241100"/>
              <a:ext cx="2173363" cy="520366"/>
              <a:chOff x="0" y="-47625"/>
              <a:chExt cx="429306" cy="102789"/>
            </a:xfrm>
          </p:grpSpPr>
          <p:sp>
            <p:nvSpPr>
              <p:cNvPr id="470" name="Google Shape;470;p11"/>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1"/>
              <p:cNvSpPr txBox="1"/>
              <p:nvPr/>
            </p:nvSpPr>
            <p:spPr>
              <a:xfrm>
                <a:off x="0" y="-47625"/>
                <a:ext cx="429306"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2" name="Google Shape;472;p11"/>
            <p:cNvGrpSpPr/>
            <p:nvPr/>
          </p:nvGrpSpPr>
          <p:grpSpPr>
            <a:xfrm>
              <a:off x="1345333" y="575063"/>
              <a:ext cx="2173363" cy="520366"/>
              <a:chOff x="0" y="-47625"/>
              <a:chExt cx="429306" cy="102789"/>
            </a:xfrm>
          </p:grpSpPr>
          <p:sp>
            <p:nvSpPr>
              <p:cNvPr id="473" name="Google Shape;473;p11"/>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1"/>
              <p:cNvSpPr txBox="1"/>
              <p:nvPr/>
            </p:nvSpPr>
            <p:spPr>
              <a:xfrm>
                <a:off x="0" y="-47625"/>
                <a:ext cx="429306"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5" name="Google Shape;475;p11"/>
            <p:cNvGrpSpPr/>
            <p:nvPr/>
          </p:nvGrpSpPr>
          <p:grpSpPr>
            <a:xfrm>
              <a:off x="3658396" y="563641"/>
              <a:ext cx="2173363" cy="520366"/>
              <a:chOff x="0" y="-47625"/>
              <a:chExt cx="429306" cy="102789"/>
            </a:xfrm>
          </p:grpSpPr>
          <p:sp>
            <p:nvSpPr>
              <p:cNvPr id="476" name="Google Shape;476;p11"/>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1"/>
              <p:cNvSpPr txBox="1"/>
              <p:nvPr/>
            </p:nvSpPr>
            <p:spPr>
              <a:xfrm>
                <a:off x="0" y="-47625"/>
                <a:ext cx="429306"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78" name="Google Shape;478;p11"/>
            <p:cNvGrpSpPr/>
            <p:nvPr/>
          </p:nvGrpSpPr>
          <p:grpSpPr>
            <a:xfrm>
              <a:off x="5314643" y="-241100"/>
              <a:ext cx="1191036" cy="520366"/>
              <a:chOff x="0" y="-47625"/>
              <a:chExt cx="235266" cy="102789"/>
            </a:xfrm>
          </p:grpSpPr>
          <p:sp>
            <p:nvSpPr>
              <p:cNvPr id="479" name="Google Shape;479;p11"/>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1"/>
              <p:cNvSpPr txBox="1"/>
              <p:nvPr/>
            </p:nvSpPr>
            <p:spPr>
              <a:xfrm>
                <a:off x="0" y="-47625"/>
                <a:ext cx="235266"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1" name="Google Shape;481;p11"/>
            <p:cNvGrpSpPr/>
            <p:nvPr/>
          </p:nvGrpSpPr>
          <p:grpSpPr>
            <a:xfrm>
              <a:off x="6610368" y="563641"/>
              <a:ext cx="1191036" cy="520366"/>
              <a:chOff x="0" y="-47625"/>
              <a:chExt cx="235266" cy="102789"/>
            </a:xfrm>
          </p:grpSpPr>
          <p:sp>
            <p:nvSpPr>
              <p:cNvPr id="482" name="Google Shape;482;p11"/>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1"/>
              <p:cNvSpPr txBox="1"/>
              <p:nvPr/>
            </p:nvSpPr>
            <p:spPr>
              <a:xfrm>
                <a:off x="0" y="-47625"/>
                <a:ext cx="235266"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4" name="Google Shape;484;p11"/>
            <p:cNvGrpSpPr/>
            <p:nvPr/>
          </p:nvGrpSpPr>
          <p:grpSpPr>
            <a:xfrm>
              <a:off x="0" y="586483"/>
              <a:ext cx="1202459" cy="497523"/>
              <a:chOff x="0" y="-47625"/>
              <a:chExt cx="237523" cy="98276"/>
            </a:xfrm>
          </p:grpSpPr>
          <p:sp>
            <p:nvSpPr>
              <p:cNvPr id="485" name="Google Shape;485;p11"/>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1"/>
              <p:cNvSpPr txBox="1"/>
              <p:nvPr/>
            </p:nvSpPr>
            <p:spPr>
              <a:xfrm>
                <a:off x="0" y="-47625"/>
                <a:ext cx="237523" cy="98276"/>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87" name="Google Shape;487;p11"/>
            <p:cNvGrpSpPr/>
            <p:nvPr/>
          </p:nvGrpSpPr>
          <p:grpSpPr>
            <a:xfrm>
              <a:off x="0" y="165166"/>
              <a:ext cx="4377449" cy="520366"/>
              <a:chOff x="0" y="-47625"/>
              <a:chExt cx="864681" cy="102789"/>
            </a:xfrm>
          </p:grpSpPr>
          <p:sp>
            <p:nvSpPr>
              <p:cNvPr id="488" name="Google Shape;488;p11"/>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11"/>
              <p:cNvSpPr txBox="1"/>
              <p:nvPr/>
            </p:nvSpPr>
            <p:spPr>
              <a:xfrm>
                <a:off x="0" y="-47625"/>
                <a:ext cx="864681"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490" name="Google Shape;490;p11"/>
            <p:cNvGrpSpPr/>
            <p:nvPr/>
          </p:nvGrpSpPr>
          <p:grpSpPr>
            <a:xfrm>
              <a:off x="0" y="984960"/>
              <a:ext cx="4377449" cy="520366"/>
              <a:chOff x="0" y="-47625"/>
              <a:chExt cx="864681" cy="102789"/>
            </a:xfrm>
          </p:grpSpPr>
          <p:sp>
            <p:nvSpPr>
              <p:cNvPr id="491" name="Google Shape;491;p11"/>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1"/>
              <p:cNvSpPr txBox="1"/>
              <p:nvPr/>
            </p:nvSpPr>
            <p:spPr>
              <a:xfrm>
                <a:off x="0" y="-47625"/>
                <a:ext cx="864681"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493" name="Google Shape;493;p11"/>
          <p:cNvSpPr txBox="1"/>
          <p:nvPr/>
        </p:nvSpPr>
        <p:spPr>
          <a:xfrm>
            <a:off x="1890792" y="2824388"/>
            <a:ext cx="14504100" cy="3694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12000">
                <a:solidFill>
                  <a:srgbClr val="393A3F"/>
                </a:solidFill>
                <a:latin typeface="Anton"/>
                <a:ea typeface="Anton"/>
                <a:cs typeface="Anton"/>
                <a:sym typeface="Anton"/>
              </a:rPr>
              <a:t>Python Bytes</a:t>
            </a:r>
            <a:endParaRPr sz="12000">
              <a:solidFill>
                <a:srgbClr val="393A3F"/>
              </a:solidFill>
              <a:latin typeface="Anton"/>
              <a:ea typeface="Anton"/>
              <a:cs typeface="Anton"/>
              <a:sym typeface="Anton"/>
            </a:endParaRPr>
          </a:p>
          <a:p>
            <a:pPr indent="0" lvl="0" marL="0" marR="0" rtl="0" algn="ctr">
              <a:lnSpc>
                <a:spcPct val="100000"/>
              </a:lnSpc>
              <a:spcBef>
                <a:spcPts val="0"/>
              </a:spcBef>
              <a:spcAft>
                <a:spcPts val="0"/>
              </a:spcAft>
              <a:buNone/>
            </a:pPr>
            <a:r>
              <a:rPr lang="en-US" sz="12000">
                <a:solidFill>
                  <a:srgbClr val="393A3F"/>
                </a:solidFill>
                <a:latin typeface="Anton"/>
                <a:ea typeface="Anton"/>
                <a:cs typeface="Anton"/>
                <a:sym typeface="Anton"/>
              </a:rPr>
              <a:t>Week 4 - Loops + Lists</a:t>
            </a:r>
            <a:endParaRPr sz="12000">
              <a:solidFill>
                <a:srgbClr val="393A3F"/>
              </a:solidFill>
              <a:latin typeface="Anton"/>
              <a:ea typeface="Anton"/>
              <a:cs typeface="Anton"/>
              <a:sym typeface="Anton"/>
            </a:endParaRPr>
          </a:p>
        </p:txBody>
      </p:sp>
      <p:grpSp>
        <p:nvGrpSpPr>
          <p:cNvPr id="494" name="Google Shape;494;p11"/>
          <p:cNvGrpSpPr/>
          <p:nvPr/>
        </p:nvGrpSpPr>
        <p:grpSpPr>
          <a:xfrm>
            <a:off x="5699060" y="7685475"/>
            <a:ext cx="6886407" cy="1115621"/>
            <a:chOff x="0" y="-47625"/>
            <a:chExt cx="1719710" cy="378600"/>
          </a:xfrm>
        </p:grpSpPr>
        <p:sp>
          <p:nvSpPr>
            <p:cNvPr id="495" name="Google Shape;495;p11"/>
            <p:cNvSpPr/>
            <p:nvPr/>
          </p:nvSpPr>
          <p:spPr>
            <a:xfrm>
              <a:off x="0" y="0"/>
              <a:ext cx="1719710" cy="330886"/>
            </a:xfrm>
            <a:custGeom>
              <a:rect b="b" l="l" r="r" t="t"/>
              <a:pathLst>
                <a:path extrusionOk="0" h="330886" w="171971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393A3F"/>
            </a:solidFill>
            <a:ln>
              <a:noFill/>
            </a:ln>
          </p:spPr>
          <p:txBody>
            <a:bodyPr anchorCtr="0" anchor="ctr" bIns="64075" lIns="64075" spcFirstLastPara="1" rIns="64075" wrap="square" tIns="64075">
              <a:noAutofit/>
            </a:bodyPr>
            <a:lstStyle/>
            <a:p>
              <a:pPr indent="0" lvl="0" marL="0" rtl="0" algn="l">
                <a:spcBef>
                  <a:spcPts val="0"/>
                </a:spcBef>
                <a:spcAft>
                  <a:spcPts val="0"/>
                </a:spcAft>
                <a:buNone/>
              </a:pPr>
              <a:r>
                <a:t/>
              </a:r>
              <a:endParaRPr/>
            </a:p>
          </p:txBody>
        </p:sp>
        <p:sp>
          <p:nvSpPr>
            <p:cNvPr id="496" name="Google Shape;496;p11"/>
            <p:cNvSpPr txBox="1"/>
            <p:nvPr/>
          </p:nvSpPr>
          <p:spPr>
            <a:xfrm>
              <a:off x="0" y="-47625"/>
              <a:ext cx="1719600" cy="378600"/>
            </a:xfrm>
            <a:prstGeom prst="rect">
              <a:avLst/>
            </a:prstGeom>
            <a:noFill/>
            <a:ln>
              <a:noFill/>
            </a:ln>
          </p:spPr>
          <p:txBody>
            <a:bodyPr anchorCtr="0" anchor="ctr" bIns="35600" lIns="35600" spcFirstLastPara="1" rIns="35600" wrap="square" tIns="35600">
              <a:noAutofit/>
            </a:bodyPr>
            <a:lstStyle/>
            <a:p>
              <a:pPr indent="0" lvl="0" marL="0" marR="0" rtl="0" algn="ctr">
                <a:lnSpc>
                  <a:spcPct val="186611"/>
                </a:lnSpc>
                <a:spcBef>
                  <a:spcPts val="0"/>
                </a:spcBef>
                <a:spcAft>
                  <a:spcPts val="0"/>
                </a:spcAft>
                <a:buNone/>
              </a:pPr>
              <a:r>
                <a:t/>
              </a:r>
              <a:endParaRPr b="0" i="0" sz="1261" u="none" cap="none" strike="noStrike">
                <a:solidFill>
                  <a:schemeClr val="dk1"/>
                </a:solidFill>
                <a:latin typeface="Calibri"/>
                <a:ea typeface="Calibri"/>
                <a:cs typeface="Calibri"/>
                <a:sym typeface="Calibri"/>
              </a:endParaRPr>
            </a:p>
          </p:txBody>
        </p:sp>
      </p:grpSp>
      <p:grpSp>
        <p:nvGrpSpPr>
          <p:cNvPr id="497" name="Google Shape;497;p11"/>
          <p:cNvGrpSpPr/>
          <p:nvPr/>
        </p:nvGrpSpPr>
        <p:grpSpPr>
          <a:xfrm>
            <a:off x="5455511" y="7297025"/>
            <a:ext cx="7459070" cy="1385146"/>
            <a:chOff x="0" y="-47625"/>
            <a:chExt cx="1719710" cy="378600"/>
          </a:xfrm>
        </p:grpSpPr>
        <p:sp>
          <p:nvSpPr>
            <p:cNvPr id="498" name="Google Shape;498;p11"/>
            <p:cNvSpPr/>
            <p:nvPr/>
          </p:nvSpPr>
          <p:spPr>
            <a:xfrm>
              <a:off x="0" y="0"/>
              <a:ext cx="1719710" cy="330886"/>
            </a:xfrm>
            <a:custGeom>
              <a:rect b="b" l="l" r="r" t="t"/>
              <a:pathLst>
                <a:path extrusionOk="0" h="330886" w="171971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F6836B"/>
            </a:solidFill>
            <a:ln>
              <a:noFill/>
            </a:ln>
          </p:spPr>
          <p:txBody>
            <a:bodyPr anchorCtr="0" anchor="ctr" bIns="64075" lIns="64075" spcFirstLastPara="1" rIns="64075" wrap="square" tIns="64075">
              <a:noAutofit/>
            </a:bodyPr>
            <a:lstStyle/>
            <a:p>
              <a:pPr indent="0" lvl="0" marL="0" rtl="0" algn="l">
                <a:spcBef>
                  <a:spcPts val="0"/>
                </a:spcBef>
                <a:spcAft>
                  <a:spcPts val="0"/>
                </a:spcAft>
                <a:buNone/>
              </a:pPr>
              <a:r>
                <a:t/>
              </a:r>
              <a:endParaRPr/>
            </a:p>
          </p:txBody>
        </p:sp>
        <p:sp>
          <p:nvSpPr>
            <p:cNvPr id="499" name="Google Shape;499;p11"/>
            <p:cNvSpPr txBox="1"/>
            <p:nvPr/>
          </p:nvSpPr>
          <p:spPr>
            <a:xfrm>
              <a:off x="0" y="-47625"/>
              <a:ext cx="1719600" cy="378600"/>
            </a:xfrm>
            <a:prstGeom prst="rect">
              <a:avLst/>
            </a:prstGeom>
            <a:noFill/>
            <a:ln>
              <a:noFill/>
            </a:ln>
          </p:spPr>
          <p:txBody>
            <a:bodyPr anchorCtr="0" anchor="ctr" bIns="35600" lIns="35600" spcFirstLastPara="1" rIns="35600" wrap="square" tIns="35600">
              <a:noAutofit/>
            </a:bodyPr>
            <a:lstStyle/>
            <a:p>
              <a:pPr indent="0" lvl="0" marL="0" marR="0" rtl="0" algn="ctr">
                <a:lnSpc>
                  <a:spcPct val="186611"/>
                </a:lnSpc>
                <a:spcBef>
                  <a:spcPts val="0"/>
                </a:spcBef>
                <a:spcAft>
                  <a:spcPts val="0"/>
                </a:spcAft>
                <a:buNone/>
              </a:pPr>
              <a:r>
                <a:t/>
              </a:r>
              <a:endParaRPr b="0" i="0" sz="1261" u="none" cap="none" strike="noStrike">
                <a:solidFill>
                  <a:schemeClr val="dk1"/>
                </a:solidFill>
                <a:latin typeface="Calibri"/>
                <a:ea typeface="Calibri"/>
                <a:cs typeface="Calibri"/>
                <a:sym typeface="Calibri"/>
              </a:endParaRPr>
            </a:p>
          </p:txBody>
        </p:sp>
      </p:grpSp>
      <p:sp>
        <p:nvSpPr>
          <p:cNvPr id="500" name="Google Shape;500;p11"/>
          <p:cNvSpPr txBox="1"/>
          <p:nvPr/>
        </p:nvSpPr>
        <p:spPr>
          <a:xfrm>
            <a:off x="5371108" y="7661848"/>
            <a:ext cx="7542300" cy="960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6240">
                <a:solidFill>
                  <a:srgbClr val="393A3F"/>
                </a:solidFill>
                <a:latin typeface="Anton"/>
                <a:ea typeface="Anton"/>
                <a:cs typeface="Anton"/>
                <a:sym typeface="Anton"/>
              </a:rPr>
              <a:t>Happy Halloween!</a:t>
            </a:r>
            <a:endParaRPr sz="6240">
              <a:solidFill>
                <a:srgbClr val="393A3F"/>
              </a:solidFill>
              <a:latin typeface="Anton"/>
              <a:ea typeface="Anton"/>
              <a:cs typeface="Anton"/>
              <a:sym typeface="Anton"/>
            </a:endParaRPr>
          </a:p>
        </p:txBody>
      </p:sp>
      <p:pic>
        <p:nvPicPr>
          <p:cNvPr id="501" name="Google Shape;501;p11"/>
          <p:cNvPicPr preferRelativeResize="0"/>
          <p:nvPr/>
        </p:nvPicPr>
        <p:blipFill>
          <a:blip r:embed="rId3">
            <a:alphaModFix/>
          </a:blip>
          <a:stretch>
            <a:fillRect/>
          </a:stretch>
        </p:blipFill>
        <p:spPr>
          <a:xfrm rot="1188405">
            <a:off x="12214479" y="5909656"/>
            <a:ext cx="4464989" cy="446498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505" name="Shape 505"/>
        <p:cNvGrpSpPr/>
        <p:nvPr/>
      </p:nvGrpSpPr>
      <p:grpSpPr>
        <a:xfrm>
          <a:off x="0" y="0"/>
          <a:ext cx="0" cy="0"/>
          <a:chOff x="0" y="0"/>
          <a:chExt cx="0" cy="0"/>
        </a:xfrm>
      </p:grpSpPr>
      <p:grpSp>
        <p:nvGrpSpPr>
          <p:cNvPr id="506" name="Google Shape;506;p12"/>
          <p:cNvGrpSpPr/>
          <p:nvPr/>
        </p:nvGrpSpPr>
        <p:grpSpPr>
          <a:xfrm>
            <a:off x="844802" y="3560624"/>
            <a:ext cx="2065565" cy="1437158"/>
            <a:chOff x="0" y="-47625"/>
            <a:chExt cx="544017" cy="378511"/>
          </a:xfrm>
        </p:grpSpPr>
        <p:sp>
          <p:nvSpPr>
            <p:cNvPr id="507" name="Google Shape;507;p1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2"/>
            <p:cNvSpPr txBox="1"/>
            <p:nvPr/>
          </p:nvSpPr>
          <p:spPr>
            <a:xfrm>
              <a:off x="0" y="-47625"/>
              <a:ext cx="544017" cy="37851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09" name="Google Shape;509;p12"/>
          <p:cNvGrpSpPr/>
          <p:nvPr/>
        </p:nvGrpSpPr>
        <p:grpSpPr>
          <a:xfrm>
            <a:off x="9582975" y="3560624"/>
            <a:ext cx="2065565" cy="1437158"/>
            <a:chOff x="0" y="-47625"/>
            <a:chExt cx="544017" cy="378511"/>
          </a:xfrm>
        </p:grpSpPr>
        <p:sp>
          <p:nvSpPr>
            <p:cNvPr id="510" name="Google Shape;510;p1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2"/>
            <p:cNvSpPr txBox="1"/>
            <p:nvPr/>
          </p:nvSpPr>
          <p:spPr>
            <a:xfrm>
              <a:off x="0" y="-47625"/>
              <a:ext cx="544017" cy="37851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12" name="Google Shape;512;p12"/>
          <p:cNvGrpSpPr/>
          <p:nvPr/>
        </p:nvGrpSpPr>
        <p:grpSpPr>
          <a:xfrm>
            <a:off x="756077" y="5512457"/>
            <a:ext cx="2065578" cy="1437168"/>
            <a:chOff x="0" y="-47625"/>
            <a:chExt cx="544017" cy="378511"/>
          </a:xfrm>
        </p:grpSpPr>
        <p:sp>
          <p:nvSpPr>
            <p:cNvPr id="513" name="Google Shape;513;p1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2"/>
            <p:cNvSpPr txBox="1"/>
            <p:nvPr/>
          </p:nvSpPr>
          <p:spPr>
            <a:xfrm>
              <a:off x="0" y="-47625"/>
              <a:ext cx="544017" cy="37851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15" name="Google Shape;515;p12"/>
          <p:cNvGrpSpPr/>
          <p:nvPr/>
        </p:nvGrpSpPr>
        <p:grpSpPr>
          <a:xfrm>
            <a:off x="954377" y="3384557"/>
            <a:ext cx="2065565" cy="1437158"/>
            <a:chOff x="0" y="-47625"/>
            <a:chExt cx="544017" cy="378511"/>
          </a:xfrm>
        </p:grpSpPr>
        <p:sp>
          <p:nvSpPr>
            <p:cNvPr id="516" name="Google Shape;516;p1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2"/>
            <p:cNvSpPr txBox="1"/>
            <p:nvPr/>
          </p:nvSpPr>
          <p:spPr>
            <a:xfrm>
              <a:off x="0" y="-47625"/>
              <a:ext cx="544017" cy="37851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18" name="Google Shape;518;p12"/>
          <p:cNvGrpSpPr/>
          <p:nvPr/>
        </p:nvGrpSpPr>
        <p:grpSpPr>
          <a:xfrm>
            <a:off x="9692551" y="3384557"/>
            <a:ext cx="2065565" cy="1437158"/>
            <a:chOff x="0" y="-47625"/>
            <a:chExt cx="544017" cy="378511"/>
          </a:xfrm>
        </p:grpSpPr>
        <p:sp>
          <p:nvSpPr>
            <p:cNvPr id="519" name="Google Shape;519;p1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2"/>
            <p:cNvSpPr txBox="1"/>
            <p:nvPr/>
          </p:nvSpPr>
          <p:spPr>
            <a:xfrm>
              <a:off x="0" y="-47625"/>
              <a:ext cx="544017" cy="37851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21" name="Google Shape;521;p12"/>
          <p:cNvGrpSpPr/>
          <p:nvPr/>
        </p:nvGrpSpPr>
        <p:grpSpPr>
          <a:xfrm>
            <a:off x="865652" y="5336390"/>
            <a:ext cx="2065578" cy="1437168"/>
            <a:chOff x="0" y="-47625"/>
            <a:chExt cx="544017" cy="378511"/>
          </a:xfrm>
        </p:grpSpPr>
        <p:sp>
          <p:nvSpPr>
            <p:cNvPr id="522" name="Google Shape;522;p1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2"/>
            <p:cNvSpPr txBox="1"/>
            <p:nvPr/>
          </p:nvSpPr>
          <p:spPr>
            <a:xfrm>
              <a:off x="0" y="-47625"/>
              <a:ext cx="544017" cy="37851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24" name="Google Shape;524;p12"/>
          <p:cNvGrpSpPr/>
          <p:nvPr/>
        </p:nvGrpSpPr>
        <p:grpSpPr>
          <a:xfrm>
            <a:off x="756077" y="7487966"/>
            <a:ext cx="2065578" cy="1437168"/>
            <a:chOff x="0" y="-47625"/>
            <a:chExt cx="544017" cy="378511"/>
          </a:xfrm>
        </p:grpSpPr>
        <p:sp>
          <p:nvSpPr>
            <p:cNvPr id="525" name="Google Shape;525;p1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2"/>
            <p:cNvSpPr txBox="1"/>
            <p:nvPr/>
          </p:nvSpPr>
          <p:spPr>
            <a:xfrm>
              <a:off x="0" y="-47625"/>
              <a:ext cx="544017" cy="37851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27" name="Google Shape;527;p12"/>
          <p:cNvGrpSpPr/>
          <p:nvPr/>
        </p:nvGrpSpPr>
        <p:grpSpPr>
          <a:xfrm>
            <a:off x="865652" y="7311898"/>
            <a:ext cx="2065578" cy="1437168"/>
            <a:chOff x="0" y="-47625"/>
            <a:chExt cx="544017" cy="378511"/>
          </a:xfrm>
        </p:grpSpPr>
        <p:sp>
          <p:nvSpPr>
            <p:cNvPr id="528" name="Google Shape;528;p1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2"/>
            <p:cNvSpPr txBox="1"/>
            <p:nvPr/>
          </p:nvSpPr>
          <p:spPr>
            <a:xfrm>
              <a:off x="0" y="-47625"/>
              <a:ext cx="544017" cy="378511"/>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30" name="Google Shape;530;p12"/>
          <p:cNvGrpSpPr/>
          <p:nvPr/>
        </p:nvGrpSpPr>
        <p:grpSpPr>
          <a:xfrm>
            <a:off x="12246827" y="110435"/>
            <a:ext cx="5851054" cy="1309820"/>
            <a:chOff x="0" y="0"/>
            <a:chExt cx="7801405" cy="1746426"/>
          </a:xfrm>
        </p:grpSpPr>
        <p:grpSp>
          <p:nvGrpSpPr>
            <p:cNvPr id="531" name="Google Shape;531;p12"/>
            <p:cNvGrpSpPr/>
            <p:nvPr/>
          </p:nvGrpSpPr>
          <p:grpSpPr>
            <a:xfrm rot="10800000">
              <a:off x="5628042" y="1226060"/>
              <a:ext cx="2173363" cy="520366"/>
              <a:chOff x="0" y="-47625"/>
              <a:chExt cx="429306" cy="102789"/>
            </a:xfrm>
          </p:grpSpPr>
          <p:sp>
            <p:nvSpPr>
              <p:cNvPr id="532" name="Google Shape;532;p12"/>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2"/>
              <p:cNvSpPr txBox="1"/>
              <p:nvPr/>
            </p:nvSpPr>
            <p:spPr>
              <a:xfrm>
                <a:off x="0" y="-47625"/>
                <a:ext cx="429306"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34" name="Google Shape;534;p12"/>
            <p:cNvGrpSpPr/>
            <p:nvPr/>
          </p:nvGrpSpPr>
          <p:grpSpPr>
            <a:xfrm rot="10800000">
              <a:off x="3056328" y="1226060"/>
              <a:ext cx="2173363" cy="520366"/>
              <a:chOff x="0" y="-47625"/>
              <a:chExt cx="429306" cy="102789"/>
            </a:xfrm>
          </p:grpSpPr>
          <p:sp>
            <p:nvSpPr>
              <p:cNvPr id="535" name="Google Shape;535;p12"/>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2"/>
              <p:cNvSpPr txBox="1"/>
              <p:nvPr/>
            </p:nvSpPr>
            <p:spPr>
              <a:xfrm>
                <a:off x="0" y="-47625"/>
                <a:ext cx="429306"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37" name="Google Shape;537;p12"/>
            <p:cNvGrpSpPr/>
            <p:nvPr/>
          </p:nvGrpSpPr>
          <p:grpSpPr>
            <a:xfrm rot="10800000">
              <a:off x="4282709" y="409897"/>
              <a:ext cx="2173363" cy="520366"/>
              <a:chOff x="0" y="-47625"/>
              <a:chExt cx="429306" cy="102789"/>
            </a:xfrm>
          </p:grpSpPr>
          <p:sp>
            <p:nvSpPr>
              <p:cNvPr id="538" name="Google Shape;538;p12"/>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2"/>
              <p:cNvSpPr txBox="1"/>
              <p:nvPr/>
            </p:nvSpPr>
            <p:spPr>
              <a:xfrm>
                <a:off x="0" y="-47625"/>
                <a:ext cx="429306"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40" name="Google Shape;540;p12"/>
            <p:cNvGrpSpPr/>
            <p:nvPr/>
          </p:nvGrpSpPr>
          <p:grpSpPr>
            <a:xfrm rot="10800000">
              <a:off x="1969647" y="421320"/>
              <a:ext cx="2173363" cy="520366"/>
              <a:chOff x="0" y="-47625"/>
              <a:chExt cx="429306" cy="102789"/>
            </a:xfrm>
          </p:grpSpPr>
          <p:sp>
            <p:nvSpPr>
              <p:cNvPr id="541" name="Google Shape;541;p12"/>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2"/>
              <p:cNvSpPr txBox="1"/>
              <p:nvPr/>
            </p:nvSpPr>
            <p:spPr>
              <a:xfrm>
                <a:off x="0" y="-47625"/>
                <a:ext cx="429306"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43" name="Google Shape;543;p12"/>
            <p:cNvGrpSpPr/>
            <p:nvPr/>
          </p:nvGrpSpPr>
          <p:grpSpPr>
            <a:xfrm rot="10800000">
              <a:off x="1295725" y="1226060"/>
              <a:ext cx="1191036" cy="520366"/>
              <a:chOff x="0" y="-47625"/>
              <a:chExt cx="235266" cy="102789"/>
            </a:xfrm>
          </p:grpSpPr>
          <p:sp>
            <p:nvSpPr>
              <p:cNvPr id="544" name="Google Shape;544;p12"/>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2"/>
              <p:cNvSpPr txBox="1"/>
              <p:nvPr/>
            </p:nvSpPr>
            <p:spPr>
              <a:xfrm>
                <a:off x="0" y="-47625"/>
                <a:ext cx="235266"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46" name="Google Shape;546;p12"/>
            <p:cNvGrpSpPr/>
            <p:nvPr/>
          </p:nvGrpSpPr>
          <p:grpSpPr>
            <a:xfrm rot="10800000">
              <a:off x="0" y="421320"/>
              <a:ext cx="1191036" cy="520366"/>
              <a:chOff x="0" y="-47625"/>
              <a:chExt cx="235266" cy="102789"/>
            </a:xfrm>
          </p:grpSpPr>
          <p:sp>
            <p:nvSpPr>
              <p:cNvPr id="547" name="Google Shape;547;p12"/>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2"/>
              <p:cNvSpPr txBox="1"/>
              <p:nvPr/>
            </p:nvSpPr>
            <p:spPr>
              <a:xfrm>
                <a:off x="0" y="-47625"/>
                <a:ext cx="235266"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49" name="Google Shape;549;p12"/>
            <p:cNvGrpSpPr/>
            <p:nvPr/>
          </p:nvGrpSpPr>
          <p:grpSpPr>
            <a:xfrm rot="10800000">
              <a:off x="6598946" y="421320"/>
              <a:ext cx="1202459" cy="497523"/>
              <a:chOff x="0" y="-47625"/>
              <a:chExt cx="237523" cy="98276"/>
            </a:xfrm>
          </p:grpSpPr>
          <p:sp>
            <p:nvSpPr>
              <p:cNvPr id="550" name="Google Shape;550;p12"/>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2"/>
              <p:cNvSpPr txBox="1"/>
              <p:nvPr/>
            </p:nvSpPr>
            <p:spPr>
              <a:xfrm>
                <a:off x="0" y="-47625"/>
                <a:ext cx="237523" cy="98276"/>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52" name="Google Shape;552;p12"/>
            <p:cNvGrpSpPr/>
            <p:nvPr/>
          </p:nvGrpSpPr>
          <p:grpSpPr>
            <a:xfrm rot="10800000">
              <a:off x="3423955" y="819795"/>
              <a:ext cx="4377449" cy="520366"/>
              <a:chOff x="0" y="-47625"/>
              <a:chExt cx="864681" cy="102789"/>
            </a:xfrm>
          </p:grpSpPr>
          <p:sp>
            <p:nvSpPr>
              <p:cNvPr id="553" name="Google Shape;553;p12"/>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2"/>
              <p:cNvSpPr txBox="1"/>
              <p:nvPr/>
            </p:nvSpPr>
            <p:spPr>
              <a:xfrm>
                <a:off x="0" y="-47625"/>
                <a:ext cx="864681"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55" name="Google Shape;555;p12"/>
            <p:cNvGrpSpPr/>
            <p:nvPr/>
          </p:nvGrpSpPr>
          <p:grpSpPr>
            <a:xfrm rot="10800000">
              <a:off x="3423955" y="0"/>
              <a:ext cx="4377449" cy="520366"/>
              <a:chOff x="0" y="-47625"/>
              <a:chExt cx="864681" cy="102789"/>
            </a:xfrm>
          </p:grpSpPr>
          <p:sp>
            <p:nvSpPr>
              <p:cNvPr id="556" name="Google Shape;556;p12"/>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2"/>
              <p:cNvSpPr txBox="1"/>
              <p:nvPr/>
            </p:nvSpPr>
            <p:spPr>
              <a:xfrm>
                <a:off x="0" y="-47625"/>
                <a:ext cx="864681" cy="102789"/>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558" name="Google Shape;558;p12"/>
          <p:cNvSpPr txBox="1"/>
          <p:nvPr/>
        </p:nvSpPr>
        <p:spPr>
          <a:xfrm>
            <a:off x="12123288" y="3720475"/>
            <a:ext cx="5604000" cy="9177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lang="en-US" sz="5963">
                <a:solidFill>
                  <a:srgbClr val="393A3F"/>
                </a:solidFill>
                <a:latin typeface="Anton"/>
                <a:ea typeface="Anton"/>
                <a:cs typeface="Anton"/>
                <a:sym typeface="Anton"/>
              </a:rPr>
              <a:t>While Loops</a:t>
            </a:r>
            <a:endParaRPr sz="1100"/>
          </a:p>
        </p:txBody>
      </p:sp>
      <p:sp>
        <p:nvSpPr>
          <p:cNvPr id="559" name="Google Shape;559;p12"/>
          <p:cNvSpPr txBox="1"/>
          <p:nvPr/>
        </p:nvSpPr>
        <p:spPr>
          <a:xfrm>
            <a:off x="890224" y="907938"/>
            <a:ext cx="12446871" cy="190497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2500" u="none" cap="none" strike="noStrike">
                <a:solidFill>
                  <a:srgbClr val="393A3F"/>
                </a:solidFill>
                <a:latin typeface="Anton"/>
                <a:ea typeface="Anton"/>
                <a:cs typeface="Anton"/>
                <a:sym typeface="Anton"/>
              </a:rPr>
              <a:t>TABLE OF CONTENTS</a:t>
            </a:r>
            <a:endParaRPr/>
          </a:p>
        </p:txBody>
      </p:sp>
      <p:sp>
        <p:nvSpPr>
          <p:cNvPr id="560" name="Google Shape;560;p12"/>
          <p:cNvSpPr txBox="1"/>
          <p:nvPr/>
        </p:nvSpPr>
        <p:spPr>
          <a:xfrm>
            <a:off x="1534081" y="3617752"/>
            <a:ext cx="1485900" cy="12042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b="0" i="0" lang="en-US" sz="7873" u="none" cap="none" strike="noStrike">
                <a:solidFill>
                  <a:srgbClr val="FFFFFF"/>
                </a:solidFill>
                <a:latin typeface="Anton"/>
                <a:ea typeface="Anton"/>
                <a:cs typeface="Anton"/>
                <a:sym typeface="Anton"/>
              </a:rPr>
              <a:t>1</a:t>
            </a:r>
            <a:endParaRPr/>
          </a:p>
        </p:txBody>
      </p:sp>
      <p:sp>
        <p:nvSpPr>
          <p:cNvPr id="561" name="Google Shape;561;p12"/>
          <p:cNvSpPr txBox="1"/>
          <p:nvPr/>
        </p:nvSpPr>
        <p:spPr>
          <a:xfrm>
            <a:off x="10272255" y="3617752"/>
            <a:ext cx="1485861" cy="1204287"/>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04</a:t>
            </a:r>
            <a:endParaRPr/>
          </a:p>
        </p:txBody>
      </p:sp>
      <p:sp>
        <p:nvSpPr>
          <p:cNvPr id="562" name="Google Shape;562;p12"/>
          <p:cNvSpPr txBox="1"/>
          <p:nvPr/>
        </p:nvSpPr>
        <p:spPr>
          <a:xfrm>
            <a:off x="1445356" y="5538477"/>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02</a:t>
            </a:r>
            <a:endParaRPr/>
          </a:p>
        </p:txBody>
      </p:sp>
      <p:sp>
        <p:nvSpPr>
          <p:cNvPr id="563" name="Google Shape;563;p12"/>
          <p:cNvSpPr txBox="1"/>
          <p:nvPr/>
        </p:nvSpPr>
        <p:spPr>
          <a:xfrm>
            <a:off x="3419925" y="7762229"/>
            <a:ext cx="4968000" cy="923400"/>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None/>
            </a:pPr>
            <a:r>
              <a:rPr lang="en-US" sz="6000">
                <a:solidFill>
                  <a:srgbClr val="393A3F"/>
                </a:solidFill>
                <a:latin typeface="Anton"/>
                <a:ea typeface="Anton"/>
                <a:cs typeface="Anton"/>
                <a:sym typeface="Anton"/>
              </a:rPr>
              <a:t>For Loops</a:t>
            </a:r>
            <a:endParaRPr sz="6000"/>
          </a:p>
        </p:txBody>
      </p:sp>
      <p:sp>
        <p:nvSpPr>
          <p:cNvPr id="564" name="Google Shape;564;p12"/>
          <p:cNvSpPr txBox="1"/>
          <p:nvPr/>
        </p:nvSpPr>
        <p:spPr>
          <a:xfrm>
            <a:off x="1445356" y="7545094"/>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03</a:t>
            </a:r>
            <a:endParaRPr/>
          </a:p>
        </p:txBody>
      </p:sp>
      <p:sp>
        <p:nvSpPr>
          <p:cNvPr id="565" name="Google Shape;565;p12"/>
          <p:cNvSpPr txBox="1"/>
          <p:nvPr/>
        </p:nvSpPr>
        <p:spPr>
          <a:xfrm>
            <a:off x="3427701" y="5769325"/>
            <a:ext cx="5604000" cy="923400"/>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None/>
            </a:pPr>
            <a:r>
              <a:rPr lang="en-US" sz="6000">
                <a:solidFill>
                  <a:srgbClr val="393A3F"/>
                </a:solidFill>
                <a:latin typeface="Anton"/>
                <a:ea typeface="Anton"/>
                <a:cs typeface="Anton"/>
                <a:sym typeface="Anton"/>
              </a:rPr>
              <a:t>Last Week Recap</a:t>
            </a:r>
            <a:endParaRPr sz="6000"/>
          </a:p>
        </p:txBody>
      </p:sp>
      <p:grpSp>
        <p:nvGrpSpPr>
          <p:cNvPr id="566" name="Google Shape;566;p12"/>
          <p:cNvGrpSpPr/>
          <p:nvPr/>
        </p:nvGrpSpPr>
        <p:grpSpPr>
          <a:xfrm>
            <a:off x="9637752" y="5437394"/>
            <a:ext cx="2065578" cy="1437506"/>
            <a:chOff x="0" y="-47625"/>
            <a:chExt cx="544017" cy="378600"/>
          </a:xfrm>
        </p:grpSpPr>
        <p:sp>
          <p:nvSpPr>
            <p:cNvPr id="567" name="Google Shape;567;p1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2"/>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69" name="Google Shape;569;p12"/>
          <p:cNvGrpSpPr/>
          <p:nvPr/>
        </p:nvGrpSpPr>
        <p:grpSpPr>
          <a:xfrm>
            <a:off x="9747327" y="5261327"/>
            <a:ext cx="2065578" cy="1437506"/>
            <a:chOff x="0" y="-47625"/>
            <a:chExt cx="544017" cy="378600"/>
          </a:xfrm>
        </p:grpSpPr>
        <p:sp>
          <p:nvSpPr>
            <p:cNvPr id="570" name="Google Shape;570;p1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2"/>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72" name="Google Shape;572;p12"/>
          <p:cNvSpPr txBox="1"/>
          <p:nvPr/>
        </p:nvSpPr>
        <p:spPr>
          <a:xfrm>
            <a:off x="10327031" y="5463415"/>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5</a:t>
            </a:r>
            <a:endParaRPr/>
          </a:p>
        </p:txBody>
      </p:sp>
      <p:sp>
        <p:nvSpPr>
          <p:cNvPr id="573" name="Google Shape;573;p12"/>
          <p:cNvSpPr txBox="1"/>
          <p:nvPr/>
        </p:nvSpPr>
        <p:spPr>
          <a:xfrm>
            <a:off x="12254512" y="5712425"/>
            <a:ext cx="5604000" cy="887100"/>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None/>
            </a:pPr>
            <a:r>
              <a:rPr lang="en-US" sz="5763">
                <a:solidFill>
                  <a:srgbClr val="393A3F"/>
                </a:solidFill>
                <a:latin typeface="Anton"/>
                <a:ea typeface="Anton"/>
                <a:cs typeface="Anton"/>
                <a:sym typeface="Anton"/>
              </a:rPr>
              <a:t>Break + Continue</a:t>
            </a:r>
            <a:endParaRPr sz="1200"/>
          </a:p>
        </p:txBody>
      </p:sp>
      <p:grpSp>
        <p:nvGrpSpPr>
          <p:cNvPr id="574" name="Google Shape;574;p12"/>
          <p:cNvGrpSpPr/>
          <p:nvPr/>
        </p:nvGrpSpPr>
        <p:grpSpPr>
          <a:xfrm>
            <a:off x="9637752" y="7621244"/>
            <a:ext cx="2065578" cy="1437506"/>
            <a:chOff x="0" y="-47625"/>
            <a:chExt cx="544017" cy="378600"/>
          </a:xfrm>
        </p:grpSpPr>
        <p:sp>
          <p:nvSpPr>
            <p:cNvPr id="575" name="Google Shape;575;p1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2"/>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77" name="Google Shape;577;p12"/>
          <p:cNvGrpSpPr/>
          <p:nvPr/>
        </p:nvGrpSpPr>
        <p:grpSpPr>
          <a:xfrm>
            <a:off x="9747327" y="7445177"/>
            <a:ext cx="2065578" cy="1437506"/>
            <a:chOff x="0" y="-47625"/>
            <a:chExt cx="544017" cy="378600"/>
          </a:xfrm>
        </p:grpSpPr>
        <p:sp>
          <p:nvSpPr>
            <p:cNvPr id="578" name="Google Shape;578;p1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2"/>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80" name="Google Shape;580;p12"/>
          <p:cNvSpPr txBox="1"/>
          <p:nvPr/>
        </p:nvSpPr>
        <p:spPr>
          <a:xfrm>
            <a:off x="10327031" y="7647265"/>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6</a:t>
            </a:r>
            <a:endParaRPr/>
          </a:p>
        </p:txBody>
      </p:sp>
      <p:sp>
        <p:nvSpPr>
          <p:cNvPr id="581" name="Google Shape;581;p12"/>
          <p:cNvSpPr txBox="1"/>
          <p:nvPr/>
        </p:nvSpPr>
        <p:spPr>
          <a:xfrm>
            <a:off x="12309376" y="7896275"/>
            <a:ext cx="5604000" cy="887100"/>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None/>
            </a:pPr>
            <a:r>
              <a:rPr lang="en-US" sz="5763">
                <a:solidFill>
                  <a:srgbClr val="393A3F"/>
                </a:solidFill>
                <a:latin typeface="Anton"/>
                <a:ea typeface="Anton"/>
                <a:cs typeface="Anton"/>
                <a:sym typeface="Anton"/>
              </a:rPr>
              <a:t>Lists</a:t>
            </a:r>
            <a:endParaRPr sz="1200"/>
          </a:p>
        </p:txBody>
      </p:sp>
      <p:sp>
        <p:nvSpPr>
          <p:cNvPr id="582" name="Google Shape;582;p12"/>
          <p:cNvSpPr txBox="1"/>
          <p:nvPr/>
        </p:nvSpPr>
        <p:spPr>
          <a:xfrm>
            <a:off x="3360636" y="3748989"/>
            <a:ext cx="5604000" cy="923400"/>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None/>
            </a:pPr>
            <a:r>
              <a:rPr lang="en-US" sz="6000">
                <a:solidFill>
                  <a:srgbClr val="393A3F"/>
                </a:solidFill>
                <a:latin typeface="Anton"/>
                <a:ea typeface="Anton"/>
                <a:cs typeface="Anton"/>
                <a:sym typeface="Anton"/>
              </a:rPr>
              <a:t>Quick Refresher</a:t>
            </a:r>
            <a:endParaRPr sz="6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586" name="Shape 586"/>
        <p:cNvGrpSpPr/>
        <p:nvPr/>
      </p:nvGrpSpPr>
      <p:grpSpPr>
        <a:xfrm>
          <a:off x="0" y="0"/>
          <a:ext cx="0" cy="0"/>
          <a:chOff x="0" y="0"/>
          <a:chExt cx="0" cy="0"/>
        </a:xfrm>
      </p:grpSpPr>
      <p:sp>
        <p:nvSpPr>
          <p:cNvPr id="587" name="Google Shape;587;p13"/>
          <p:cNvSpPr/>
          <p:nvPr/>
        </p:nvSpPr>
        <p:spPr>
          <a:xfrm>
            <a:off x="1352575" y="6815180"/>
            <a:ext cx="8886900" cy="1437600"/>
          </a:xfrm>
          <a:prstGeom prst="roundRect">
            <a:avLst>
              <a:gd fmla="val 16667" name="adj"/>
            </a:avLst>
          </a:prstGeom>
          <a:solidFill>
            <a:srgbClr val="FF4F63">
              <a:alpha val="46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ton"/>
              <a:ea typeface="Anton"/>
              <a:cs typeface="Anton"/>
              <a:sym typeface="Anton"/>
            </a:endParaRPr>
          </a:p>
        </p:txBody>
      </p:sp>
      <p:grpSp>
        <p:nvGrpSpPr>
          <p:cNvPr id="588" name="Google Shape;588;p13"/>
          <p:cNvGrpSpPr/>
          <p:nvPr/>
        </p:nvGrpSpPr>
        <p:grpSpPr>
          <a:xfrm>
            <a:off x="1138275" y="864982"/>
            <a:ext cx="2065578" cy="1437506"/>
            <a:chOff x="0" y="-47625"/>
            <a:chExt cx="544017" cy="378600"/>
          </a:xfrm>
        </p:grpSpPr>
        <p:sp>
          <p:nvSpPr>
            <p:cNvPr id="589" name="Google Shape;589;p13"/>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3"/>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591" name="Google Shape;591;p13"/>
          <p:cNvGrpSpPr/>
          <p:nvPr/>
        </p:nvGrpSpPr>
        <p:grpSpPr>
          <a:xfrm>
            <a:off x="1247850" y="688914"/>
            <a:ext cx="2065578" cy="1437506"/>
            <a:chOff x="0" y="-47625"/>
            <a:chExt cx="544017" cy="378600"/>
          </a:xfrm>
        </p:grpSpPr>
        <p:sp>
          <p:nvSpPr>
            <p:cNvPr id="592" name="Google Shape;592;p13"/>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3"/>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594" name="Google Shape;594;p13"/>
          <p:cNvSpPr txBox="1"/>
          <p:nvPr/>
        </p:nvSpPr>
        <p:spPr>
          <a:xfrm>
            <a:off x="3824266" y="814076"/>
            <a:ext cx="9494700" cy="1539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0000">
                <a:solidFill>
                  <a:srgbClr val="393A3F"/>
                </a:solidFill>
                <a:latin typeface="Anton"/>
                <a:ea typeface="Anton"/>
                <a:cs typeface="Anton"/>
                <a:sym typeface="Anton"/>
              </a:rPr>
              <a:t>Quick Refresher</a:t>
            </a:r>
            <a:endParaRPr sz="10000"/>
          </a:p>
        </p:txBody>
      </p:sp>
      <p:sp>
        <p:nvSpPr>
          <p:cNvPr id="595" name="Google Shape;595;p13"/>
          <p:cNvSpPr txBox="1"/>
          <p:nvPr/>
        </p:nvSpPr>
        <p:spPr>
          <a:xfrm>
            <a:off x="1827554" y="922110"/>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1</a:t>
            </a:r>
            <a:endParaRPr/>
          </a:p>
        </p:txBody>
      </p:sp>
      <p:grpSp>
        <p:nvGrpSpPr>
          <p:cNvPr id="596" name="Google Shape;596;p13"/>
          <p:cNvGrpSpPr/>
          <p:nvPr/>
        </p:nvGrpSpPr>
        <p:grpSpPr>
          <a:xfrm>
            <a:off x="12317278" y="107737"/>
            <a:ext cx="5851052" cy="1310243"/>
            <a:chOff x="2" y="-564"/>
            <a:chExt cx="7801403" cy="1746991"/>
          </a:xfrm>
        </p:grpSpPr>
        <p:grpSp>
          <p:nvGrpSpPr>
            <p:cNvPr id="597" name="Google Shape;597;p13"/>
            <p:cNvGrpSpPr/>
            <p:nvPr/>
          </p:nvGrpSpPr>
          <p:grpSpPr>
            <a:xfrm rot="10800000">
              <a:off x="5628043" y="1225496"/>
              <a:ext cx="2173362" cy="520931"/>
              <a:chOff x="0" y="-47625"/>
              <a:chExt cx="429306" cy="102900"/>
            </a:xfrm>
          </p:grpSpPr>
          <p:sp>
            <p:nvSpPr>
              <p:cNvPr id="598" name="Google Shape;598;p1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00" name="Google Shape;600;p13"/>
            <p:cNvGrpSpPr/>
            <p:nvPr/>
          </p:nvGrpSpPr>
          <p:grpSpPr>
            <a:xfrm rot="10800000">
              <a:off x="3056329" y="1225496"/>
              <a:ext cx="2173362" cy="520931"/>
              <a:chOff x="0" y="-47625"/>
              <a:chExt cx="429306" cy="102900"/>
            </a:xfrm>
          </p:grpSpPr>
          <p:sp>
            <p:nvSpPr>
              <p:cNvPr id="601" name="Google Shape;601;p1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03" name="Google Shape;603;p13"/>
            <p:cNvGrpSpPr/>
            <p:nvPr/>
          </p:nvGrpSpPr>
          <p:grpSpPr>
            <a:xfrm rot="10800000">
              <a:off x="4282710" y="409333"/>
              <a:ext cx="2173362" cy="520931"/>
              <a:chOff x="0" y="-47625"/>
              <a:chExt cx="429306" cy="102900"/>
            </a:xfrm>
          </p:grpSpPr>
          <p:sp>
            <p:nvSpPr>
              <p:cNvPr id="604" name="Google Shape;604;p1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06" name="Google Shape;606;p13"/>
            <p:cNvGrpSpPr/>
            <p:nvPr/>
          </p:nvGrpSpPr>
          <p:grpSpPr>
            <a:xfrm rot="10800000">
              <a:off x="1969648" y="420756"/>
              <a:ext cx="2173362" cy="520931"/>
              <a:chOff x="0" y="-47625"/>
              <a:chExt cx="429306" cy="102900"/>
            </a:xfrm>
          </p:grpSpPr>
          <p:sp>
            <p:nvSpPr>
              <p:cNvPr id="607" name="Google Shape;607;p1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09" name="Google Shape;609;p13"/>
            <p:cNvGrpSpPr/>
            <p:nvPr/>
          </p:nvGrpSpPr>
          <p:grpSpPr>
            <a:xfrm rot="10800000">
              <a:off x="1295727" y="1225496"/>
              <a:ext cx="1191034" cy="520931"/>
              <a:chOff x="0" y="-47625"/>
              <a:chExt cx="235266" cy="102900"/>
            </a:xfrm>
          </p:grpSpPr>
          <p:sp>
            <p:nvSpPr>
              <p:cNvPr id="610" name="Google Shape;610;p13"/>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3"/>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12" name="Google Shape;612;p13"/>
            <p:cNvGrpSpPr/>
            <p:nvPr/>
          </p:nvGrpSpPr>
          <p:grpSpPr>
            <a:xfrm rot="10800000">
              <a:off x="2" y="420756"/>
              <a:ext cx="1191034" cy="520931"/>
              <a:chOff x="0" y="-47625"/>
              <a:chExt cx="235266" cy="102900"/>
            </a:xfrm>
          </p:grpSpPr>
          <p:sp>
            <p:nvSpPr>
              <p:cNvPr id="613" name="Google Shape;613;p13"/>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3"/>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15" name="Google Shape;615;p13"/>
            <p:cNvGrpSpPr/>
            <p:nvPr/>
          </p:nvGrpSpPr>
          <p:grpSpPr>
            <a:xfrm rot="10800000">
              <a:off x="6598555" y="420693"/>
              <a:ext cx="1202850" cy="498150"/>
              <a:chOff x="0" y="-47625"/>
              <a:chExt cx="237600" cy="98400"/>
            </a:xfrm>
          </p:grpSpPr>
          <p:sp>
            <p:nvSpPr>
              <p:cNvPr id="616" name="Google Shape;616;p13"/>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3"/>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18" name="Google Shape;618;p13"/>
            <p:cNvGrpSpPr/>
            <p:nvPr/>
          </p:nvGrpSpPr>
          <p:grpSpPr>
            <a:xfrm rot="10800000">
              <a:off x="3423956" y="819231"/>
              <a:ext cx="4377448" cy="520931"/>
              <a:chOff x="0" y="-47625"/>
              <a:chExt cx="864681" cy="102900"/>
            </a:xfrm>
          </p:grpSpPr>
          <p:sp>
            <p:nvSpPr>
              <p:cNvPr id="619" name="Google Shape;619;p13"/>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3"/>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21" name="Google Shape;621;p13"/>
            <p:cNvGrpSpPr/>
            <p:nvPr/>
          </p:nvGrpSpPr>
          <p:grpSpPr>
            <a:xfrm rot="10800000">
              <a:off x="3423956" y="-564"/>
              <a:ext cx="4377448" cy="520931"/>
              <a:chOff x="0" y="-47625"/>
              <a:chExt cx="864681" cy="102900"/>
            </a:xfrm>
          </p:grpSpPr>
          <p:sp>
            <p:nvSpPr>
              <p:cNvPr id="622" name="Google Shape;622;p13"/>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13"/>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624" name="Google Shape;624;p13"/>
          <p:cNvSpPr txBox="1"/>
          <p:nvPr/>
        </p:nvSpPr>
        <p:spPr>
          <a:xfrm>
            <a:off x="1136100" y="3044250"/>
            <a:ext cx="17032200" cy="1878000"/>
          </a:xfrm>
          <a:prstGeom prst="rect">
            <a:avLst/>
          </a:prstGeom>
          <a:noFill/>
          <a:ln>
            <a:noFill/>
          </a:ln>
        </p:spPr>
        <p:txBody>
          <a:bodyPr anchorCtr="0" anchor="t" bIns="0" lIns="0" spcFirstLastPara="1" rIns="0" wrap="square" tIns="0">
            <a:spAutoFit/>
          </a:bodyPr>
          <a:lstStyle/>
          <a:p>
            <a:pPr indent="0" lvl="0" marL="457200" rtl="0" algn="l">
              <a:lnSpc>
                <a:spcPct val="150000"/>
              </a:lnSpc>
              <a:spcBef>
                <a:spcPts val="0"/>
              </a:spcBef>
              <a:spcAft>
                <a:spcPts val="0"/>
              </a:spcAft>
              <a:buClr>
                <a:schemeClr val="dk1"/>
              </a:buClr>
              <a:buSzPts val="1100"/>
              <a:buFont typeface="Arial"/>
              <a:buNone/>
            </a:pPr>
            <a:r>
              <a:rPr b="1" lang="en-US" sz="5000">
                <a:solidFill>
                  <a:schemeClr val="dk1"/>
                </a:solidFill>
                <a:latin typeface="Verdana"/>
                <a:ea typeface="Verdana"/>
                <a:cs typeface="Verdana"/>
                <a:sym typeface="Verdana"/>
              </a:rPr>
              <a:t>1. print(“print(\”Py\n3\”)”) output?</a:t>
            </a:r>
            <a:endParaRPr b="1" sz="5000">
              <a:solidFill>
                <a:schemeClr val="dk1"/>
              </a:solidFill>
              <a:latin typeface="Verdana"/>
              <a:ea typeface="Verdana"/>
              <a:cs typeface="Verdana"/>
              <a:sym typeface="Verdana"/>
            </a:endParaRPr>
          </a:p>
          <a:p>
            <a:pPr indent="0" lvl="0" marL="457200" rtl="0" algn="l">
              <a:lnSpc>
                <a:spcPct val="150000"/>
              </a:lnSpc>
              <a:spcBef>
                <a:spcPts val="0"/>
              </a:spcBef>
              <a:spcAft>
                <a:spcPts val="0"/>
              </a:spcAft>
              <a:buNone/>
            </a:pPr>
            <a:r>
              <a:t/>
            </a:r>
            <a:endParaRPr b="1" sz="4700">
              <a:solidFill>
                <a:schemeClr val="dk1"/>
              </a:solidFill>
              <a:latin typeface="Verdana"/>
              <a:ea typeface="Verdana"/>
              <a:cs typeface="Verdana"/>
              <a:sym typeface="Verdana"/>
            </a:endParaRPr>
          </a:p>
        </p:txBody>
      </p:sp>
      <p:grpSp>
        <p:nvGrpSpPr>
          <p:cNvPr id="625" name="Google Shape;625;p13"/>
          <p:cNvGrpSpPr/>
          <p:nvPr/>
        </p:nvGrpSpPr>
        <p:grpSpPr>
          <a:xfrm>
            <a:off x="1729374" y="4023076"/>
            <a:ext cx="12210123" cy="1293324"/>
            <a:chOff x="1729374" y="4023076"/>
            <a:chExt cx="12210123" cy="1293324"/>
          </a:xfrm>
        </p:grpSpPr>
        <p:grpSp>
          <p:nvGrpSpPr>
            <p:cNvPr id="626" name="Google Shape;626;p13"/>
            <p:cNvGrpSpPr/>
            <p:nvPr/>
          </p:nvGrpSpPr>
          <p:grpSpPr>
            <a:xfrm>
              <a:off x="1729374" y="4113601"/>
              <a:ext cx="942781" cy="739141"/>
              <a:chOff x="0" y="-47625"/>
              <a:chExt cx="544017" cy="378600"/>
            </a:xfrm>
          </p:grpSpPr>
          <p:sp>
            <p:nvSpPr>
              <p:cNvPr id="627" name="Google Shape;627;p13"/>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3"/>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29" name="Google Shape;629;p13"/>
            <p:cNvGrpSpPr/>
            <p:nvPr/>
          </p:nvGrpSpPr>
          <p:grpSpPr>
            <a:xfrm>
              <a:off x="1793336" y="4023076"/>
              <a:ext cx="942781" cy="739141"/>
              <a:chOff x="0" y="-47625"/>
              <a:chExt cx="544017" cy="378600"/>
            </a:xfrm>
          </p:grpSpPr>
          <p:sp>
            <p:nvSpPr>
              <p:cNvPr id="630" name="Google Shape;630;p13"/>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3"/>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32" name="Google Shape;632;p13"/>
            <p:cNvSpPr txBox="1"/>
            <p:nvPr/>
          </p:nvSpPr>
          <p:spPr>
            <a:xfrm>
              <a:off x="2043978" y="414297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A.</a:t>
              </a:r>
              <a:endParaRPr sz="4500"/>
            </a:p>
          </p:txBody>
        </p:sp>
        <p:sp>
          <p:nvSpPr>
            <p:cNvPr id="633" name="Google Shape;633;p13"/>
            <p:cNvSpPr txBox="1"/>
            <p:nvPr/>
          </p:nvSpPr>
          <p:spPr>
            <a:xfrm>
              <a:off x="2983197" y="4115800"/>
              <a:ext cx="10956300" cy="12006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3900">
                  <a:solidFill>
                    <a:schemeClr val="dk1"/>
                  </a:solidFill>
                  <a:latin typeface="Verdana"/>
                  <a:ea typeface="Verdana"/>
                  <a:cs typeface="Verdana"/>
                  <a:sym typeface="Verdana"/>
                </a:rPr>
                <a:t>Py</a:t>
              </a:r>
              <a:br>
                <a:rPr lang="en-US" sz="3900">
                  <a:solidFill>
                    <a:schemeClr val="dk1"/>
                  </a:solidFill>
                  <a:latin typeface="Verdana"/>
                  <a:ea typeface="Verdana"/>
                  <a:cs typeface="Verdana"/>
                  <a:sym typeface="Verdana"/>
                </a:rPr>
              </a:br>
              <a:r>
                <a:rPr lang="en-US" sz="3900">
                  <a:solidFill>
                    <a:schemeClr val="dk1"/>
                  </a:solidFill>
                  <a:latin typeface="Verdana"/>
                  <a:ea typeface="Verdana"/>
                  <a:cs typeface="Verdana"/>
                  <a:sym typeface="Verdana"/>
                </a:rPr>
                <a:t>3</a:t>
              </a:r>
              <a:endParaRPr sz="3900">
                <a:solidFill>
                  <a:schemeClr val="dk1"/>
                </a:solidFill>
                <a:latin typeface="Verdana"/>
                <a:ea typeface="Verdana"/>
                <a:cs typeface="Verdana"/>
                <a:sym typeface="Verdana"/>
              </a:endParaRPr>
            </a:p>
          </p:txBody>
        </p:sp>
      </p:grpSp>
      <p:grpSp>
        <p:nvGrpSpPr>
          <p:cNvPr id="634" name="Google Shape;634;p13"/>
          <p:cNvGrpSpPr/>
          <p:nvPr/>
        </p:nvGrpSpPr>
        <p:grpSpPr>
          <a:xfrm>
            <a:off x="1711049" y="6816810"/>
            <a:ext cx="11025725" cy="1385715"/>
            <a:chOff x="1729374" y="7781235"/>
            <a:chExt cx="11025725" cy="1385715"/>
          </a:xfrm>
        </p:grpSpPr>
        <p:grpSp>
          <p:nvGrpSpPr>
            <p:cNvPr id="635" name="Google Shape;635;p13"/>
            <p:cNvGrpSpPr/>
            <p:nvPr/>
          </p:nvGrpSpPr>
          <p:grpSpPr>
            <a:xfrm>
              <a:off x="1729374" y="7871760"/>
              <a:ext cx="942781" cy="739141"/>
              <a:chOff x="0" y="-47625"/>
              <a:chExt cx="544017" cy="378600"/>
            </a:xfrm>
          </p:grpSpPr>
          <p:sp>
            <p:nvSpPr>
              <p:cNvPr id="636" name="Google Shape;636;p13"/>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3"/>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38" name="Google Shape;638;p13"/>
            <p:cNvGrpSpPr/>
            <p:nvPr/>
          </p:nvGrpSpPr>
          <p:grpSpPr>
            <a:xfrm>
              <a:off x="1793336" y="7781235"/>
              <a:ext cx="942781" cy="739141"/>
              <a:chOff x="0" y="-47625"/>
              <a:chExt cx="544017" cy="378600"/>
            </a:xfrm>
          </p:grpSpPr>
          <p:sp>
            <p:nvSpPr>
              <p:cNvPr id="639" name="Google Shape;639;p13"/>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3"/>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41" name="Google Shape;641;p13"/>
            <p:cNvSpPr txBox="1"/>
            <p:nvPr/>
          </p:nvSpPr>
          <p:spPr>
            <a:xfrm>
              <a:off x="2043978" y="790113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C.</a:t>
              </a:r>
              <a:endParaRPr sz="4500"/>
            </a:p>
          </p:txBody>
        </p:sp>
        <p:sp>
          <p:nvSpPr>
            <p:cNvPr id="642" name="Google Shape;642;p13"/>
            <p:cNvSpPr txBox="1"/>
            <p:nvPr/>
          </p:nvSpPr>
          <p:spPr>
            <a:xfrm>
              <a:off x="2983199" y="7873950"/>
              <a:ext cx="9771900" cy="12930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4200">
                  <a:solidFill>
                    <a:schemeClr val="dk1"/>
                  </a:solidFill>
                  <a:latin typeface="Verdana"/>
                  <a:ea typeface="Verdana"/>
                  <a:cs typeface="Verdana"/>
                  <a:sym typeface="Verdana"/>
                </a:rPr>
                <a:t>print(“Py</a:t>
              </a:r>
              <a:br>
                <a:rPr lang="en-US" sz="4200">
                  <a:solidFill>
                    <a:schemeClr val="dk1"/>
                  </a:solidFill>
                  <a:latin typeface="Verdana"/>
                  <a:ea typeface="Verdana"/>
                  <a:cs typeface="Verdana"/>
                  <a:sym typeface="Verdana"/>
                </a:rPr>
              </a:br>
              <a:r>
                <a:rPr lang="en-US" sz="4200">
                  <a:solidFill>
                    <a:schemeClr val="dk1"/>
                  </a:solidFill>
                  <a:latin typeface="Verdana"/>
                  <a:ea typeface="Verdana"/>
                  <a:cs typeface="Verdana"/>
                  <a:sym typeface="Verdana"/>
                </a:rPr>
                <a:t>3”)</a:t>
              </a:r>
              <a:endParaRPr sz="4200">
                <a:solidFill>
                  <a:schemeClr val="dk1"/>
                </a:solidFill>
                <a:latin typeface="Verdana"/>
                <a:ea typeface="Verdana"/>
                <a:cs typeface="Verdana"/>
                <a:sym typeface="Verdana"/>
              </a:endParaRPr>
            </a:p>
          </p:txBody>
        </p:sp>
      </p:grpSp>
      <p:grpSp>
        <p:nvGrpSpPr>
          <p:cNvPr id="643" name="Google Shape;643;p13"/>
          <p:cNvGrpSpPr/>
          <p:nvPr/>
        </p:nvGrpSpPr>
        <p:grpSpPr>
          <a:xfrm>
            <a:off x="1711049" y="5347801"/>
            <a:ext cx="15855127" cy="829665"/>
            <a:chOff x="1729374" y="4023076"/>
            <a:chExt cx="15855127" cy="829665"/>
          </a:xfrm>
        </p:grpSpPr>
        <p:grpSp>
          <p:nvGrpSpPr>
            <p:cNvPr id="644" name="Google Shape;644;p13"/>
            <p:cNvGrpSpPr/>
            <p:nvPr/>
          </p:nvGrpSpPr>
          <p:grpSpPr>
            <a:xfrm>
              <a:off x="1729374" y="4113601"/>
              <a:ext cx="942781" cy="739141"/>
              <a:chOff x="0" y="-47625"/>
              <a:chExt cx="544017" cy="378600"/>
            </a:xfrm>
          </p:grpSpPr>
          <p:sp>
            <p:nvSpPr>
              <p:cNvPr id="645" name="Google Shape;645;p13"/>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3"/>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47" name="Google Shape;647;p13"/>
            <p:cNvGrpSpPr/>
            <p:nvPr/>
          </p:nvGrpSpPr>
          <p:grpSpPr>
            <a:xfrm>
              <a:off x="1793336" y="4023076"/>
              <a:ext cx="942781" cy="739141"/>
              <a:chOff x="0" y="-47625"/>
              <a:chExt cx="544017" cy="378600"/>
            </a:xfrm>
          </p:grpSpPr>
          <p:sp>
            <p:nvSpPr>
              <p:cNvPr id="648" name="Google Shape;648;p13"/>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3"/>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50" name="Google Shape;650;p13"/>
            <p:cNvSpPr txBox="1"/>
            <p:nvPr/>
          </p:nvSpPr>
          <p:spPr>
            <a:xfrm>
              <a:off x="2043978" y="414297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B.</a:t>
              </a:r>
              <a:endParaRPr sz="4500"/>
            </a:p>
          </p:txBody>
        </p:sp>
        <p:sp>
          <p:nvSpPr>
            <p:cNvPr id="651" name="Google Shape;651;p13"/>
            <p:cNvSpPr txBox="1"/>
            <p:nvPr/>
          </p:nvSpPr>
          <p:spPr>
            <a:xfrm>
              <a:off x="2983201" y="4159925"/>
              <a:ext cx="146013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4200">
                  <a:solidFill>
                    <a:schemeClr val="dk1"/>
                  </a:solidFill>
                  <a:latin typeface="Verdana"/>
                  <a:ea typeface="Verdana"/>
                  <a:cs typeface="Verdana"/>
                  <a:sym typeface="Verdana"/>
                </a:rPr>
                <a:t>print(\”Py\n3\”)</a:t>
              </a:r>
              <a:endParaRPr sz="4200">
                <a:solidFill>
                  <a:schemeClr val="dk1"/>
                </a:solidFill>
                <a:latin typeface="Verdana"/>
                <a:ea typeface="Verdana"/>
                <a:cs typeface="Verdana"/>
                <a:sym typeface="Verdana"/>
              </a:endParaRPr>
            </a:p>
          </p:txBody>
        </p:sp>
      </p:grpSp>
      <p:grpSp>
        <p:nvGrpSpPr>
          <p:cNvPr id="652" name="Google Shape;652;p13"/>
          <p:cNvGrpSpPr/>
          <p:nvPr/>
        </p:nvGrpSpPr>
        <p:grpSpPr>
          <a:xfrm>
            <a:off x="1695649" y="8491760"/>
            <a:ext cx="15486127" cy="829665"/>
            <a:chOff x="1729374" y="7781235"/>
            <a:chExt cx="15486127" cy="829665"/>
          </a:xfrm>
        </p:grpSpPr>
        <p:grpSp>
          <p:nvGrpSpPr>
            <p:cNvPr id="653" name="Google Shape;653;p13"/>
            <p:cNvGrpSpPr/>
            <p:nvPr/>
          </p:nvGrpSpPr>
          <p:grpSpPr>
            <a:xfrm>
              <a:off x="1729374" y="7871760"/>
              <a:ext cx="942781" cy="739141"/>
              <a:chOff x="0" y="-47625"/>
              <a:chExt cx="544017" cy="378600"/>
            </a:xfrm>
          </p:grpSpPr>
          <p:sp>
            <p:nvSpPr>
              <p:cNvPr id="654" name="Google Shape;654;p13"/>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3"/>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56" name="Google Shape;656;p13"/>
            <p:cNvGrpSpPr/>
            <p:nvPr/>
          </p:nvGrpSpPr>
          <p:grpSpPr>
            <a:xfrm>
              <a:off x="1793336" y="7781235"/>
              <a:ext cx="942781" cy="739141"/>
              <a:chOff x="0" y="-47625"/>
              <a:chExt cx="544017" cy="378600"/>
            </a:xfrm>
          </p:grpSpPr>
          <p:sp>
            <p:nvSpPr>
              <p:cNvPr id="657" name="Google Shape;657;p13"/>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3"/>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59" name="Google Shape;659;p13"/>
            <p:cNvSpPr txBox="1"/>
            <p:nvPr/>
          </p:nvSpPr>
          <p:spPr>
            <a:xfrm>
              <a:off x="2043978" y="790113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D.</a:t>
              </a:r>
              <a:endParaRPr sz="4500"/>
            </a:p>
          </p:txBody>
        </p:sp>
        <p:sp>
          <p:nvSpPr>
            <p:cNvPr id="660" name="Google Shape;660;p13"/>
            <p:cNvSpPr txBox="1"/>
            <p:nvPr/>
          </p:nvSpPr>
          <p:spPr>
            <a:xfrm>
              <a:off x="2983201" y="7873950"/>
              <a:ext cx="142323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4200">
                  <a:solidFill>
                    <a:schemeClr val="dk1"/>
                  </a:solidFill>
                  <a:latin typeface="Verdana"/>
                  <a:ea typeface="Verdana"/>
                  <a:cs typeface="Verdana"/>
                  <a:sym typeface="Verdana"/>
                </a:rPr>
                <a:t>\”Py\n3\”</a:t>
              </a:r>
              <a:endParaRPr sz="4200">
                <a:solidFill>
                  <a:schemeClr val="dk1"/>
                </a:solidFill>
                <a:latin typeface="Verdana"/>
                <a:ea typeface="Verdana"/>
                <a:cs typeface="Verdana"/>
                <a:sym typeface="Verdana"/>
              </a:endParaRPr>
            </a:p>
          </p:txBody>
        </p:sp>
      </p:grpSp>
      <p:pic>
        <p:nvPicPr>
          <p:cNvPr id="661" name="Google Shape;661;p13"/>
          <p:cNvPicPr preferRelativeResize="0"/>
          <p:nvPr/>
        </p:nvPicPr>
        <p:blipFill>
          <a:blip r:embed="rId3">
            <a:alphaModFix/>
          </a:blip>
          <a:stretch>
            <a:fillRect/>
          </a:stretch>
        </p:blipFill>
        <p:spPr>
          <a:xfrm>
            <a:off x="13190225" y="4553725"/>
            <a:ext cx="3429000" cy="342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1000"/>
                                        <p:tgtEl>
                                          <p:spTgt spid="6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25"/>
                                        </p:tgtEl>
                                        <p:attrNameLst>
                                          <p:attrName>style.visibility</p:attrName>
                                        </p:attrNameLst>
                                      </p:cBhvr>
                                      <p:to>
                                        <p:strVal val="visible"/>
                                      </p:to>
                                    </p:set>
                                    <p:anim calcmode="lin" valueType="num">
                                      <p:cBhvr additive="base">
                                        <p:cTn dur="1000"/>
                                        <p:tgtEl>
                                          <p:spTgt spid="62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43"/>
                                        </p:tgtEl>
                                        <p:attrNameLst>
                                          <p:attrName>style.visibility</p:attrName>
                                        </p:attrNameLst>
                                      </p:cBhvr>
                                      <p:to>
                                        <p:strVal val="visible"/>
                                      </p:to>
                                    </p:set>
                                    <p:anim calcmode="lin" valueType="num">
                                      <p:cBhvr additive="base">
                                        <p:cTn dur="1000"/>
                                        <p:tgtEl>
                                          <p:spTgt spid="64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34"/>
                                        </p:tgtEl>
                                        <p:attrNameLst>
                                          <p:attrName>style.visibility</p:attrName>
                                        </p:attrNameLst>
                                      </p:cBhvr>
                                      <p:to>
                                        <p:strVal val="visible"/>
                                      </p:to>
                                    </p:set>
                                    <p:anim calcmode="lin" valueType="num">
                                      <p:cBhvr additive="base">
                                        <p:cTn dur="1000"/>
                                        <p:tgtEl>
                                          <p:spTgt spid="63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2"/>
                                        </p:tgtEl>
                                        <p:attrNameLst>
                                          <p:attrName>style.visibility</p:attrName>
                                        </p:attrNameLst>
                                      </p:cBhvr>
                                      <p:to>
                                        <p:strVal val="visible"/>
                                      </p:to>
                                    </p:set>
                                    <p:anim calcmode="lin" valueType="num">
                                      <p:cBhvr additive="base">
                                        <p:cTn dur="1000"/>
                                        <p:tgtEl>
                                          <p:spTgt spid="65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1000"/>
                                        <p:tgtEl>
                                          <p:spTgt spid="5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665" name="Shape 665"/>
        <p:cNvGrpSpPr/>
        <p:nvPr/>
      </p:nvGrpSpPr>
      <p:grpSpPr>
        <a:xfrm>
          <a:off x="0" y="0"/>
          <a:ext cx="0" cy="0"/>
          <a:chOff x="0" y="0"/>
          <a:chExt cx="0" cy="0"/>
        </a:xfrm>
      </p:grpSpPr>
      <p:sp>
        <p:nvSpPr>
          <p:cNvPr id="666" name="Google Shape;666;p14"/>
          <p:cNvSpPr/>
          <p:nvPr/>
        </p:nvSpPr>
        <p:spPr>
          <a:xfrm>
            <a:off x="1502025" y="8431025"/>
            <a:ext cx="6676800" cy="1038900"/>
          </a:xfrm>
          <a:prstGeom prst="roundRect">
            <a:avLst>
              <a:gd fmla="val 16667" name="adj"/>
            </a:avLst>
          </a:prstGeom>
          <a:solidFill>
            <a:srgbClr val="FF4F63">
              <a:alpha val="46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ton"/>
              <a:ea typeface="Anton"/>
              <a:cs typeface="Anton"/>
              <a:sym typeface="Anton"/>
            </a:endParaRPr>
          </a:p>
        </p:txBody>
      </p:sp>
      <p:grpSp>
        <p:nvGrpSpPr>
          <p:cNvPr id="667" name="Google Shape;667;p14"/>
          <p:cNvGrpSpPr/>
          <p:nvPr/>
        </p:nvGrpSpPr>
        <p:grpSpPr>
          <a:xfrm>
            <a:off x="1138275" y="864982"/>
            <a:ext cx="2065578" cy="1437506"/>
            <a:chOff x="0" y="-47625"/>
            <a:chExt cx="544017" cy="378600"/>
          </a:xfrm>
        </p:grpSpPr>
        <p:sp>
          <p:nvSpPr>
            <p:cNvPr id="668" name="Google Shape;668;p14"/>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4"/>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70" name="Google Shape;670;p14"/>
          <p:cNvGrpSpPr/>
          <p:nvPr/>
        </p:nvGrpSpPr>
        <p:grpSpPr>
          <a:xfrm>
            <a:off x="1247850" y="688914"/>
            <a:ext cx="2065578" cy="1437506"/>
            <a:chOff x="0" y="-47625"/>
            <a:chExt cx="544017" cy="378600"/>
          </a:xfrm>
        </p:grpSpPr>
        <p:sp>
          <p:nvSpPr>
            <p:cNvPr id="671" name="Google Shape;671;p14"/>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4"/>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673" name="Google Shape;673;p14"/>
          <p:cNvSpPr txBox="1"/>
          <p:nvPr/>
        </p:nvSpPr>
        <p:spPr>
          <a:xfrm>
            <a:off x="1827554" y="922110"/>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1</a:t>
            </a:r>
            <a:endParaRPr/>
          </a:p>
        </p:txBody>
      </p:sp>
      <p:grpSp>
        <p:nvGrpSpPr>
          <p:cNvPr id="674" name="Google Shape;674;p14"/>
          <p:cNvGrpSpPr/>
          <p:nvPr/>
        </p:nvGrpSpPr>
        <p:grpSpPr>
          <a:xfrm>
            <a:off x="12317278" y="107737"/>
            <a:ext cx="5851052" cy="1310243"/>
            <a:chOff x="2" y="-564"/>
            <a:chExt cx="7801403" cy="1746991"/>
          </a:xfrm>
        </p:grpSpPr>
        <p:grpSp>
          <p:nvGrpSpPr>
            <p:cNvPr id="675" name="Google Shape;675;p14"/>
            <p:cNvGrpSpPr/>
            <p:nvPr/>
          </p:nvGrpSpPr>
          <p:grpSpPr>
            <a:xfrm rot="10800000">
              <a:off x="5628043" y="1225496"/>
              <a:ext cx="2173362" cy="520931"/>
              <a:chOff x="0" y="-47625"/>
              <a:chExt cx="429306" cy="102900"/>
            </a:xfrm>
          </p:grpSpPr>
          <p:sp>
            <p:nvSpPr>
              <p:cNvPr id="676" name="Google Shape;676;p14"/>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4"/>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78" name="Google Shape;678;p14"/>
            <p:cNvGrpSpPr/>
            <p:nvPr/>
          </p:nvGrpSpPr>
          <p:grpSpPr>
            <a:xfrm rot="10800000">
              <a:off x="3056329" y="1225496"/>
              <a:ext cx="2173362" cy="520931"/>
              <a:chOff x="0" y="-47625"/>
              <a:chExt cx="429306" cy="102900"/>
            </a:xfrm>
          </p:grpSpPr>
          <p:sp>
            <p:nvSpPr>
              <p:cNvPr id="679" name="Google Shape;679;p14"/>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4"/>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81" name="Google Shape;681;p14"/>
            <p:cNvGrpSpPr/>
            <p:nvPr/>
          </p:nvGrpSpPr>
          <p:grpSpPr>
            <a:xfrm rot="10800000">
              <a:off x="4282710" y="409333"/>
              <a:ext cx="2173362" cy="520931"/>
              <a:chOff x="0" y="-47625"/>
              <a:chExt cx="429306" cy="102900"/>
            </a:xfrm>
          </p:grpSpPr>
          <p:sp>
            <p:nvSpPr>
              <p:cNvPr id="682" name="Google Shape;682;p14"/>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4"/>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84" name="Google Shape;684;p14"/>
            <p:cNvGrpSpPr/>
            <p:nvPr/>
          </p:nvGrpSpPr>
          <p:grpSpPr>
            <a:xfrm rot="10800000">
              <a:off x="1969648" y="420756"/>
              <a:ext cx="2173362" cy="520931"/>
              <a:chOff x="0" y="-47625"/>
              <a:chExt cx="429306" cy="102900"/>
            </a:xfrm>
          </p:grpSpPr>
          <p:sp>
            <p:nvSpPr>
              <p:cNvPr id="685" name="Google Shape;685;p14"/>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4"/>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87" name="Google Shape;687;p14"/>
            <p:cNvGrpSpPr/>
            <p:nvPr/>
          </p:nvGrpSpPr>
          <p:grpSpPr>
            <a:xfrm rot="10800000">
              <a:off x="1295727" y="1225496"/>
              <a:ext cx="1191034" cy="520931"/>
              <a:chOff x="0" y="-47625"/>
              <a:chExt cx="235266" cy="102900"/>
            </a:xfrm>
          </p:grpSpPr>
          <p:sp>
            <p:nvSpPr>
              <p:cNvPr id="688" name="Google Shape;688;p14"/>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4"/>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90" name="Google Shape;690;p14"/>
            <p:cNvGrpSpPr/>
            <p:nvPr/>
          </p:nvGrpSpPr>
          <p:grpSpPr>
            <a:xfrm rot="10800000">
              <a:off x="2" y="420756"/>
              <a:ext cx="1191034" cy="520931"/>
              <a:chOff x="0" y="-47625"/>
              <a:chExt cx="235266" cy="102900"/>
            </a:xfrm>
          </p:grpSpPr>
          <p:sp>
            <p:nvSpPr>
              <p:cNvPr id="691" name="Google Shape;691;p14"/>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4"/>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93" name="Google Shape;693;p14"/>
            <p:cNvGrpSpPr/>
            <p:nvPr/>
          </p:nvGrpSpPr>
          <p:grpSpPr>
            <a:xfrm rot="10800000">
              <a:off x="6598555" y="420693"/>
              <a:ext cx="1202850" cy="498150"/>
              <a:chOff x="0" y="-47625"/>
              <a:chExt cx="237600" cy="98400"/>
            </a:xfrm>
          </p:grpSpPr>
          <p:sp>
            <p:nvSpPr>
              <p:cNvPr id="694" name="Google Shape;694;p14"/>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4"/>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96" name="Google Shape;696;p14"/>
            <p:cNvGrpSpPr/>
            <p:nvPr/>
          </p:nvGrpSpPr>
          <p:grpSpPr>
            <a:xfrm rot="10800000">
              <a:off x="3423956" y="819231"/>
              <a:ext cx="4377448" cy="520931"/>
              <a:chOff x="0" y="-47625"/>
              <a:chExt cx="864681" cy="102900"/>
            </a:xfrm>
          </p:grpSpPr>
          <p:sp>
            <p:nvSpPr>
              <p:cNvPr id="697" name="Google Shape;697;p14"/>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4"/>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699" name="Google Shape;699;p14"/>
            <p:cNvGrpSpPr/>
            <p:nvPr/>
          </p:nvGrpSpPr>
          <p:grpSpPr>
            <a:xfrm rot="10800000">
              <a:off x="3423956" y="-564"/>
              <a:ext cx="4377448" cy="520931"/>
              <a:chOff x="0" y="-47625"/>
              <a:chExt cx="864681" cy="102900"/>
            </a:xfrm>
          </p:grpSpPr>
          <p:sp>
            <p:nvSpPr>
              <p:cNvPr id="700" name="Google Shape;700;p14"/>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4"/>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702" name="Google Shape;702;p14"/>
          <p:cNvSpPr txBox="1"/>
          <p:nvPr/>
        </p:nvSpPr>
        <p:spPr>
          <a:xfrm>
            <a:off x="1136100" y="3044250"/>
            <a:ext cx="17032200" cy="723300"/>
          </a:xfrm>
          <a:prstGeom prst="rect">
            <a:avLst/>
          </a:prstGeom>
          <a:noFill/>
          <a:ln>
            <a:noFill/>
          </a:ln>
        </p:spPr>
        <p:txBody>
          <a:bodyPr anchorCtr="0" anchor="t" bIns="0" lIns="0" spcFirstLastPara="1" rIns="0" wrap="square" tIns="0">
            <a:spAutoFit/>
          </a:bodyPr>
          <a:lstStyle/>
          <a:p>
            <a:pPr indent="0" lvl="0" marL="457200" rtl="0" algn="l">
              <a:lnSpc>
                <a:spcPct val="150000"/>
              </a:lnSpc>
              <a:spcBef>
                <a:spcPts val="0"/>
              </a:spcBef>
              <a:spcAft>
                <a:spcPts val="0"/>
              </a:spcAft>
              <a:buNone/>
            </a:pPr>
            <a:r>
              <a:rPr b="1" lang="en-US" sz="4700">
                <a:solidFill>
                  <a:schemeClr val="dk1"/>
                </a:solidFill>
                <a:latin typeface="Verdana"/>
                <a:ea typeface="Verdana"/>
                <a:cs typeface="Verdana"/>
                <a:sym typeface="Verdana"/>
              </a:rPr>
              <a:t>2</a:t>
            </a:r>
            <a:r>
              <a:rPr b="1" lang="en-US" sz="4700">
                <a:solidFill>
                  <a:schemeClr val="dk1"/>
                </a:solidFill>
                <a:latin typeface="Verdana"/>
                <a:ea typeface="Verdana"/>
                <a:cs typeface="Verdana"/>
                <a:sym typeface="Verdana"/>
              </a:rPr>
              <a:t>. print(f”Alex has {2+3*6} apples”) output</a:t>
            </a:r>
            <a:endParaRPr b="1" sz="4700">
              <a:solidFill>
                <a:schemeClr val="dk1"/>
              </a:solidFill>
              <a:latin typeface="Verdana"/>
              <a:ea typeface="Verdana"/>
              <a:cs typeface="Verdana"/>
              <a:sym typeface="Verdana"/>
            </a:endParaRPr>
          </a:p>
        </p:txBody>
      </p:sp>
      <p:grpSp>
        <p:nvGrpSpPr>
          <p:cNvPr id="703" name="Google Shape;703;p14"/>
          <p:cNvGrpSpPr/>
          <p:nvPr/>
        </p:nvGrpSpPr>
        <p:grpSpPr>
          <a:xfrm>
            <a:off x="1729374" y="4023076"/>
            <a:ext cx="16018626" cy="829665"/>
            <a:chOff x="1729374" y="4023076"/>
            <a:chExt cx="16018626" cy="829665"/>
          </a:xfrm>
        </p:grpSpPr>
        <p:grpSp>
          <p:nvGrpSpPr>
            <p:cNvPr id="704" name="Google Shape;704;p14"/>
            <p:cNvGrpSpPr/>
            <p:nvPr/>
          </p:nvGrpSpPr>
          <p:grpSpPr>
            <a:xfrm>
              <a:off x="1729374" y="4113601"/>
              <a:ext cx="942781" cy="739141"/>
              <a:chOff x="0" y="-47625"/>
              <a:chExt cx="544017" cy="378600"/>
            </a:xfrm>
          </p:grpSpPr>
          <p:sp>
            <p:nvSpPr>
              <p:cNvPr id="705" name="Google Shape;705;p14"/>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4"/>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07" name="Google Shape;707;p14"/>
            <p:cNvGrpSpPr/>
            <p:nvPr/>
          </p:nvGrpSpPr>
          <p:grpSpPr>
            <a:xfrm>
              <a:off x="1793336" y="4023076"/>
              <a:ext cx="942781" cy="739141"/>
              <a:chOff x="0" y="-47625"/>
              <a:chExt cx="544017" cy="378600"/>
            </a:xfrm>
          </p:grpSpPr>
          <p:sp>
            <p:nvSpPr>
              <p:cNvPr id="708" name="Google Shape;708;p14"/>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4"/>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10" name="Google Shape;710;p14"/>
            <p:cNvSpPr txBox="1"/>
            <p:nvPr/>
          </p:nvSpPr>
          <p:spPr>
            <a:xfrm>
              <a:off x="2043978" y="414297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A.</a:t>
              </a:r>
              <a:endParaRPr sz="4500"/>
            </a:p>
          </p:txBody>
        </p:sp>
        <p:sp>
          <p:nvSpPr>
            <p:cNvPr id="711" name="Google Shape;711;p14"/>
            <p:cNvSpPr txBox="1"/>
            <p:nvPr/>
          </p:nvSpPr>
          <p:spPr>
            <a:xfrm>
              <a:off x="2983200" y="4115800"/>
              <a:ext cx="147648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4200">
                  <a:solidFill>
                    <a:schemeClr val="dk1"/>
                  </a:solidFill>
                  <a:latin typeface="Verdana"/>
                  <a:ea typeface="Verdana"/>
                  <a:cs typeface="Verdana"/>
                  <a:sym typeface="Verdana"/>
                </a:rPr>
                <a:t>TypeError - cannot concatenate “str” and “int” objects</a:t>
              </a:r>
              <a:endParaRPr sz="4200">
                <a:solidFill>
                  <a:schemeClr val="dk1"/>
                </a:solidFill>
                <a:latin typeface="Verdana"/>
                <a:ea typeface="Verdana"/>
                <a:cs typeface="Verdana"/>
                <a:sym typeface="Verdana"/>
              </a:endParaRPr>
            </a:p>
          </p:txBody>
        </p:sp>
      </p:grpSp>
      <p:grpSp>
        <p:nvGrpSpPr>
          <p:cNvPr id="712" name="Google Shape;712;p14"/>
          <p:cNvGrpSpPr/>
          <p:nvPr/>
        </p:nvGrpSpPr>
        <p:grpSpPr>
          <a:xfrm>
            <a:off x="1711049" y="6816810"/>
            <a:ext cx="12906122" cy="829665"/>
            <a:chOff x="1729374" y="7781235"/>
            <a:chExt cx="12906122" cy="829665"/>
          </a:xfrm>
        </p:grpSpPr>
        <p:grpSp>
          <p:nvGrpSpPr>
            <p:cNvPr id="713" name="Google Shape;713;p14"/>
            <p:cNvGrpSpPr/>
            <p:nvPr/>
          </p:nvGrpSpPr>
          <p:grpSpPr>
            <a:xfrm>
              <a:off x="1729374" y="7871760"/>
              <a:ext cx="942781" cy="739141"/>
              <a:chOff x="0" y="-47625"/>
              <a:chExt cx="544017" cy="378600"/>
            </a:xfrm>
          </p:grpSpPr>
          <p:sp>
            <p:nvSpPr>
              <p:cNvPr id="714" name="Google Shape;714;p14"/>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4"/>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16" name="Google Shape;716;p14"/>
            <p:cNvGrpSpPr/>
            <p:nvPr/>
          </p:nvGrpSpPr>
          <p:grpSpPr>
            <a:xfrm>
              <a:off x="1793336" y="7781235"/>
              <a:ext cx="942781" cy="739141"/>
              <a:chOff x="0" y="-47625"/>
              <a:chExt cx="544017" cy="378600"/>
            </a:xfrm>
          </p:grpSpPr>
          <p:sp>
            <p:nvSpPr>
              <p:cNvPr id="717" name="Google Shape;717;p14"/>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4"/>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19" name="Google Shape;719;p14"/>
            <p:cNvSpPr txBox="1"/>
            <p:nvPr/>
          </p:nvSpPr>
          <p:spPr>
            <a:xfrm>
              <a:off x="2043978" y="790113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C.</a:t>
              </a:r>
              <a:endParaRPr sz="4500"/>
            </a:p>
          </p:txBody>
        </p:sp>
        <p:sp>
          <p:nvSpPr>
            <p:cNvPr id="720" name="Google Shape;720;p14"/>
            <p:cNvSpPr txBox="1"/>
            <p:nvPr/>
          </p:nvSpPr>
          <p:spPr>
            <a:xfrm>
              <a:off x="2983196" y="7873950"/>
              <a:ext cx="116523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4200">
                  <a:solidFill>
                    <a:schemeClr val="dk1"/>
                  </a:solidFill>
                  <a:latin typeface="Verdana"/>
                  <a:ea typeface="Verdana"/>
                  <a:cs typeface="Verdana"/>
                  <a:sym typeface="Verdana"/>
                </a:rPr>
                <a:t>Alex has 30 apples</a:t>
              </a:r>
              <a:endParaRPr sz="4200">
                <a:solidFill>
                  <a:schemeClr val="dk1"/>
                </a:solidFill>
                <a:latin typeface="Verdana"/>
                <a:ea typeface="Verdana"/>
                <a:cs typeface="Verdana"/>
                <a:sym typeface="Verdana"/>
              </a:endParaRPr>
            </a:p>
          </p:txBody>
        </p:sp>
      </p:grpSp>
      <p:grpSp>
        <p:nvGrpSpPr>
          <p:cNvPr id="721" name="Google Shape;721;p14"/>
          <p:cNvGrpSpPr/>
          <p:nvPr/>
        </p:nvGrpSpPr>
        <p:grpSpPr>
          <a:xfrm>
            <a:off x="1711049" y="5347801"/>
            <a:ext cx="15855127" cy="829665"/>
            <a:chOff x="1729374" y="4023076"/>
            <a:chExt cx="15855127" cy="829665"/>
          </a:xfrm>
        </p:grpSpPr>
        <p:grpSp>
          <p:nvGrpSpPr>
            <p:cNvPr id="722" name="Google Shape;722;p14"/>
            <p:cNvGrpSpPr/>
            <p:nvPr/>
          </p:nvGrpSpPr>
          <p:grpSpPr>
            <a:xfrm>
              <a:off x="1729374" y="4113601"/>
              <a:ext cx="942781" cy="739141"/>
              <a:chOff x="0" y="-47625"/>
              <a:chExt cx="544017" cy="378600"/>
            </a:xfrm>
          </p:grpSpPr>
          <p:sp>
            <p:nvSpPr>
              <p:cNvPr id="723" name="Google Shape;723;p14"/>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4"/>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25" name="Google Shape;725;p14"/>
            <p:cNvGrpSpPr/>
            <p:nvPr/>
          </p:nvGrpSpPr>
          <p:grpSpPr>
            <a:xfrm>
              <a:off x="1793336" y="4023076"/>
              <a:ext cx="942781" cy="739141"/>
              <a:chOff x="0" y="-47625"/>
              <a:chExt cx="544017" cy="378600"/>
            </a:xfrm>
          </p:grpSpPr>
          <p:sp>
            <p:nvSpPr>
              <p:cNvPr id="726" name="Google Shape;726;p14"/>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4"/>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28" name="Google Shape;728;p14"/>
            <p:cNvSpPr txBox="1"/>
            <p:nvPr/>
          </p:nvSpPr>
          <p:spPr>
            <a:xfrm>
              <a:off x="2043978" y="414297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B.</a:t>
              </a:r>
              <a:endParaRPr sz="4500"/>
            </a:p>
          </p:txBody>
        </p:sp>
        <p:sp>
          <p:nvSpPr>
            <p:cNvPr id="729" name="Google Shape;729;p14"/>
            <p:cNvSpPr txBox="1"/>
            <p:nvPr/>
          </p:nvSpPr>
          <p:spPr>
            <a:xfrm>
              <a:off x="2983201" y="4159925"/>
              <a:ext cx="146013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4200">
                  <a:solidFill>
                    <a:schemeClr val="dk1"/>
                  </a:solidFill>
                  <a:latin typeface="Verdana"/>
                  <a:ea typeface="Verdana"/>
                  <a:cs typeface="Verdana"/>
                  <a:sym typeface="Verdana"/>
                </a:rPr>
                <a:t>Alex has {2+3*6} apples</a:t>
              </a:r>
              <a:endParaRPr sz="4200">
                <a:solidFill>
                  <a:schemeClr val="dk1"/>
                </a:solidFill>
                <a:latin typeface="Verdana"/>
                <a:ea typeface="Verdana"/>
                <a:cs typeface="Verdana"/>
                <a:sym typeface="Verdana"/>
              </a:endParaRPr>
            </a:p>
          </p:txBody>
        </p:sp>
      </p:grpSp>
      <p:grpSp>
        <p:nvGrpSpPr>
          <p:cNvPr id="730" name="Google Shape;730;p14"/>
          <p:cNvGrpSpPr/>
          <p:nvPr/>
        </p:nvGrpSpPr>
        <p:grpSpPr>
          <a:xfrm>
            <a:off x="1695649" y="8491760"/>
            <a:ext cx="15486127" cy="829665"/>
            <a:chOff x="1729374" y="7781235"/>
            <a:chExt cx="15486127" cy="829665"/>
          </a:xfrm>
        </p:grpSpPr>
        <p:grpSp>
          <p:nvGrpSpPr>
            <p:cNvPr id="731" name="Google Shape;731;p14"/>
            <p:cNvGrpSpPr/>
            <p:nvPr/>
          </p:nvGrpSpPr>
          <p:grpSpPr>
            <a:xfrm>
              <a:off x="1729374" y="7871760"/>
              <a:ext cx="942781" cy="739141"/>
              <a:chOff x="0" y="-47625"/>
              <a:chExt cx="544017" cy="378600"/>
            </a:xfrm>
          </p:grpSpPr>
          <p:sp>
            <p:nvSpPr>
              <p:cNvPr id="732" name="Google Shape;732;p14"/>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4"/>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34" name="Google Shape;734;p14"/>
            <p:cNvGrpSpPr/>
            <p:nvPr/>
          </p:nvGrpSpPr>
          <p:grpSpPr>
            <a:xfrm>
              <a:off x="1793336" y="7781235"/>
              <a:ext cx="942781" cy="739141"/>
              <a:chOff x="0" y="-47625"/>
              <a:chExt cx="544017" cy="378600"/>
            </a:xfrm>
          </p:grpSpPr>
          <p:sp>
            <p:nvSpPr>
              <p:cNvPr id="735" name="Google Shape;735;p14"/>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4"/>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37" name="Google Shape;737;p14"/>
            <p:cNvSpPr txBox="1"/>
            <p:nvPr/>
          </p:nvSpPr>
          <p:spPr>
            <a:xfrm>
              <a:off x="2043978" y="790113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D.</a:t>
              </a:r>
              <a:endParaRPr sz="4500"/>
            </a:p>
          </p:txBody>
        </p:sp>
        <p:sp>
          <p:nvSpPr>
            <p:cNvPr id="738" name="Google Shape;738;p14"/>
            <p:cNvSpPr txBox="1"/>
            <p:nvPr/>
          </p:nvSpPr>
          <p:spPr>
            <a:xfrm>
              <a:off x="2983201" y="7873950"/>
              <a:ext cx="142323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4200">
                  <a:solidFill>
                    <a:schemeClr val="dk1"/>
                  </a:solidFill>
                  <a:latin typeface="Verdana"/>
                  <a:ea typeface="Verdana"/>
                  <a:cs typeface="Verdana"/>
                  <a:sym typeface="Verdana"/>
                </a:rPr>
                <a:t>Alex has 20 apples</a:t>
              </a:r>
              <a:endParaRPr sz="4200">
                <a:solidFill>
                  <a:schemeClr val="dk1"/>
                </a:solidFill>
                <a:latin typeface="Verdana"/>
                <a:ea typeface="Verdana"/>
                <a:cs typeface="Verdana"/>
                <a:sym typeface="Verdana"/>
              </a:endParaRPr>
            </a:p>
          </p:txBody>
        </p:sp>
      </p:grpSp>
      <p:sp>
        <p:nvSpPr>
          <p:cNvPr id="739" name="Google Shape;739;p14"/>
          <p:cNvSpPr txBox="1"/>
          <p:nvPr/>
        </p:nvSpPr>
        <p:spPr>
          <a:xfrm>
            <a:off x="3824266" y="814076"/>
            <a:ext cx="9494700" cy="1539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0000">
                <a:solidFill>
                  <a:srgbClr val="393A3F"/>
                </a:solidFill>
                <a:latin typeface="Anton"/>
                <a:ea typeface="Anton"/>
                <a:cs typeface="Anton"/>
                <a:sym typeface="Anton"/>
              </a:rPr>
              <a:t>Quick Refresher</a:t>
            </a:r>
            <a:endParaRPr sz="10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2"/>
                                        </p:tgtEl>
                                        <p:attrNameLst>
                                          <p:attrName>style.visibility</p:attrName>
                                        </p:attrNameLst>
                                      </p:cBhvr>
                                      <p:to>
                                        <p:strVal val="visible"/>
                                      </p:to>
                                    </p:set>
                                    <p:animEffect filter="fade" transition="in">
                                      <p:cBhvr>
                                        <p:cTn dur="1000"/>
                                        <p:tgtEl>
                                          <p:spTgt spid="7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03"/>
                                        </p:tgtEl>
                                        <p:attrNameLst>
                                          <p:attrName>style.visibility</p:attrName>
                                        </p:attrNameLst>
                                      </p:cBhvr>
                                      <p:to>
                                        <p:strVal val="visible"/>
                                      </p:to>
                                    </p:set>
                                    <p:anim calcmode="lin" valueType="num">
                                      <p:cBhvr additive="base">
                                        <p:cTn dur="1000"/>
                                        <p:tgtEl>
                                          <p:spTgt spid="70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21"/>
                                        </p:tgtEl>
                                        <p:attrNameLst>
                                          <p:attrName>style.visibility</p:attrName>
                                        </p:attrNameLst>
                                      </p:cBhvr>
                                      <p:to>
                                        <p:strVal val="visible"/>
                                      </p:to>
                                    </p:set>
                                    <p:anim calcmode="lin" valueType="num">
                                      <p:cBhvr additive="base">
                                        <p:cTn dur="1000"/>
                                        <p:tgtEl>
                                          <p:spTgt spid="72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12"/>
                                        </p:tgtEl>
                                        <p:attrNameLst>
                                          <p:attrName>style.visibility</p:attrName>
                                        </p:attrNameLst>
                                      </p:cBhvr>
                                      <p:to>
                                        <p:strVal val="visible"/>
                                      </p:to>
                                    </p:set>
                                    <p:anim calcmode="lin" valueType="num">
                                      <p:cBhvr additive="base">
                                        <p:cTn dur="1000"/>
                                        <p:tgtEl>
                                          <p:spTgt spid="71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30"/>
                                        </p:tgtEl>
                                        <p:attrNameLst>
                                          <p:attrName>style.visibility</p:attrName>
                                        </p:attrNameLst>
                                      </p:cBhvr>
                                      <p:to>
                                        <p:strVal val="visible"/>
                                      </p:to>
                                    </p:set>
                                    <p:anim calcmode="lin" valueType="num">
                                      <p:cBhvr additive="base">
                                        <p:cTn dur="1000"/>
                                        <p:tgtEl>
                                          <p:spTgt spid="73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6"/>
                                        </p:tgtEl>
                                        <p:attrNameLst>
                                          <p:attrName>style.visibility</p:attrName>
                                        </p:attrNameLst>
                                      </p:cBhvr>
                                      <p:to>
                                        <p:strVal val="visible"/>
                                      </p:to>
                                    </p:set>
                                    <p:animEffect filter="fade" transition="in">
                                      <p:cBhvr>
                                        <p:cTn dur="1000"/>
                                        <p:tgtEl>
                                          <p:spTgt spid="6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743" name="Shape 743"/>
        <p:cNvGrpSpPr/>
        <p:nvPr/>
      </p:nvGrpSpPr>
      <p:grpSpPr>
        <a:xfrm>
          <a:off x="0" y="0"/>
          <a:ext cx="0" cy="0"/>
          <a:chOff x="0" y="0"/>
          <a:chExt cx="0" cy="0"/>
        </a:xfrm>
      </p:grpSpPr>
      <p:sp>
        <p:nvSpPr>
          <p:cNvPr id="744" name="Google Shape;744;p15"/>
          <p:cNvSpPr/>
          <p:nvPr/>
        </p:nvSpPr>
        <p:spPr>
          <a:xfrm>
            <a:off x="1578300" y="5548825"/>
            <a:ext cx="2593200" cy="1025700"/>
          </a:xfrm>
          <a:prstGeom prst="roundRect">
            <a:avLst>
              <a:gd fmla="val 16667" name="adj"/>
            </a:avLst>
          </a:prstGeom>
          <a:solidFill>
            <a:srgbClr val="FF4F63">
              <a:alpha val="46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ton"/>
              <a:ea typeface="Anton"/>
              <a:cs typeface="Anton"/>
              <a:sym typeface="Anton"/>
            </a:endParaRPr>
          </a:p>
        </p:txBody>
      </p:sp>
      <p:grpSp>
        <p:nvGrpSpPr>
          <p:cNvPr id="745" name="Google Shape;745;p15"/>
          <p:cNvGrpSpPr/>
          <p:nvPr/>
        </p:nvGrpSpPr>
        <p:grpSpPr>
          <a:xfrm>
            <a:off x="1138275" y="864982"/>
            <a:ext cx="2065578" cy="1437506"/>
            <a:chOff x="0" y="-47625"/>
            <a:chExt cx="544017" cy="378600"/>
          </a:xfrm>
        </p:grpSpPr>
        <p:sp>
          <p:nvSpPr>
            <p:cNvPr id="746" name="Google Shape;746;p15"/>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5"/>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48" name="Google Shape;748;p15"/>
          <p:cNvGrpSpPr/>
          <p:nvPr/>
        </p:nvGrpSpPr>
        <p:grpSpPr>
          <a:xfrm>
            <a:off x="1247850" y="688914"/>
            <a:ext cx="2065578" cy="1437506"/>
            <a:chOff x="0" y="-47625"/>
            <a:chExt cx="544017" cy="378600"/>
          </a:xfrm>
        </p:grpSpPr>
        <p:sp>
          <p:nvSpPr>
            <p:cNvPr id="749" name="Google Shape;749;p15"/>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5"/>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51" name="Google Shape;751;p15"/>
          <p:cNvSpPr txBox="1"/>
          <p:nvPr/>
        </p:nvSpPr>
        <p:spPr>
          <a:xfrm>
            <a:off x="1827554" y="922110"/>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1</a:t>
            </a:r>
            <a:endParaRPr/>
          </a:p>
        </p:txBody>
      </p:sp>
      <p:grpSp>
        <p:nvGrpSpPr>
          <p:cNvPr id="752" name="Google Shape;752;p15"/>
          <p:cNvGrpSpPr/>
          <p:nvPr/>
        </p:nvGrpSpPr>
        <p:grpSpPr>
          <a:xfrm>
            <a:off x="12317278" y="107737"/>
            <a:ext cx="5851052" cy="1310243"/>
            <a:chOff x="2" y="-564"/>
            <a:chExt cx="7801403" cy="1746991"/>
          </a:xfrm>
        </p:grpSpPr>
        <p:grpSp>
          <p:nvGrpSpPr>
            <p:cNvPr id="753" name="Google Shape;753;p15"/>
            <p:cNvGrpSpPr/>
            <p:nvPr/>
          </p:nvGrpSpPr>
          <p:grpSpPr>
            <a:xfrm rot="10800000">
              <a:off x="5628043" y="1225496"/>
              <a:ext cx="2173362" cy="520931"/>
              <a:chOff x="0" y="-47625"/>
              <a:chExt cx="429306" cy="102900"/>
            </a:xfrm>
          </p:grpSpPr>
          <p:sp>
            <p:nvSpPr>
              <p:cNvPr id="754" name="Google Shape;754;p1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56" name="Google Shape;756;p15"/>
            <p:cNvGrpSpPr/>
            <p:nvPr/>
          </p:nvGrpSpPr>
          <p:grpSpPr>
            <a:xfrm rot="10800000">
              <a:off x="3056329" y="1225496"/>
              <a:ext cx="2173362" cy="520931"/>
              <a:chOff x="0" y="-47625"/>
              <a:chExt cx="429306" cy="102900"/>
            </a:xfrm>
          </p:grpSpPr>
          <p:sp>
            <p:nvSpPr>
              <p:cNvPr id="757" name="Google Shape;757;p1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59" name="Google Shape;759;p15"/>
            <p:cNvGrpSpPr/>
            <p:nvPr/>
          </p:nvGrpSpPr>
          <p:grpSpPr>
            <a:xfrm rot="10800000">
              <a:off x="4282710" y="409333"/>
              <a:ext cx="2173362" cy="520931"/>
              <a:chOff x="0" y="-47625"/>
              <a:chExt cx="429306" cy="102900"/>
            </a:xfrm>
          </p:grpSpPr>
          <p:sp>
            <p:nvSpPr>
              <p:cNvPr id="760" name="Google Shape;760;p1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62" name="Google Shape;762;p15"/>
            <p:cNvGrpSpPr/>
            <p:nvPr/>
          </p:nvGrpSpPr>
          <p:grpSpPr>
            <a:xfrm rot="10800000">
              <a:off x="1969648" y="420756"/>
              <a:ext cx="2173362" cy="520931"/>
              <a:chOff x="0" y="-47625"/>
              <a:chExt cx="429306" cy="102900"/>
            </a:xfrm>
          </p:grpSpPr>
          <p:sp>
            <p:nvSpPr>
              <p:cNvPr id="763" name="Google Shape;763;p1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65" name="Google Shape;765;p15"/>
            <p:cNvGrpSpPr/>
            <p:nvPr/>
          </p:nvGrpSpPr>
          <p:grpSpPr>
            <a:xfrm rot="10800000">
              <a:off x="1295727" y="1225496"/>
              <a:ext cx="1191034" cy="520931"/>
              <a:chOff x="0" y="-47625"/>
              <a:chExt cx="235266" cy="102900"/>
            </a:xfrm>
          </p:grpSpPr>
          <p:sp>
            <p:nvSpPr>
              <p:cNvPr id="766" name="Google Shape;766;p15"/>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5"/>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68" name="Google Shape;768;p15"/>
            <p:cNvGrpSpPr/>
            <p:nvPr/>
          </p:nvGrpSpPr>
          <p:grpSpPr>
            <a:xfrm rot="10800000">
              <a:off x="2" y="420756"/>
              <a:ext cx="1191034" cy="520931"/>
              <a:chOff x="0" y="-47625"/>
              <a:chExt cx="235266" cy="102900"/>
            </a:xfrm>
          </p:grpSpPr>
          <p:sp>
            <p:nvSpPr>
              <p:cNvPr id="769" name="Google Shape;769;p15"/>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5"/>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71" name="Google Shape;771;p15"/>
            <p:cNvGrpSpPr/>
            <p:nvPr/>
          </p:nvGrpSpPr>
          <p:grpSpPr>
            <a:xfrm rot="10800000">
              <a:off x="6598555" y="420693"/>
              <a:ext cx="1202850" cy="498150"/>
              <a:chOff x="0" y="-47625"/>
              <a:chExt cx="237600" cy="98400"/>
            </a:xfrm>
          </p:grpSpPr>
          <p:sp>
            <p:nvSpPr>
              <p:cNvPr id="772" name="Google Shape;772;p15"/>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5"/>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74" name="Google Shape;774;p15"/>
            <p:cNvGrpSpPr/>
            <p:nvPr/>
          </p:nvGrpSpPr>
          <p:grpSpPr>
            <a:xfrm rot="10800000">
              <a:off x="3423956" y="819231"/>
              <a:ext cx="4377448" cy="520931"/>
              <a:chOff x="0" y="-47625"/>
              <a:chExt cx="864681" cy="102900"/>
            </a:xfrm>
          </p:grpSpPr>
          <p:sp>
            <p:nvSpPr>
              <p:cNvPr id="775" name="Google Shape;775;p15"/>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5"/>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77" name="Google Shape;777;p15"/>
            <p:cNvGrpSpPr/>
            <p:nvPr/>
          </p:nvGrpSpPr>
          <p:grpSpPr>
            <a:xfrm rot="10800000">
              <a:off x="3423956" y="-564"/>
              <a:ext cx="4377448" cy="520931"/>
              <a:chOff x="0" y="-47625"/>
              <a:chExt cx="864681" cy="102900"/>
            </a:xfrm>
          </p:grpSpPr>
          <p:sp>
            <p:nvSpPr>
              <p:cNvPr id="778" name="Google Shape;778;p15"/>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9" name="Google Shape;779;p15"/>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780" name="Google Shape;780;p15"/>
          <p:cNvSpPr txBox="1"/>
          <p:nvPr/>
        </p:nvSpPr>
        <p:spPr>
          <a:xfrm>
            <a:off x="1136100" y="3044250"/>
            <a:ext cx="17032200" cy="723300"/>
          </a:xfrm>
          <a:prstGeom prst="rect">
            <a:avLst/>
          </a:prstGeom>
          <a:noFill/>
          <a:ln>
            <a:noFill/>
          </a:ln>
        </p:spPr>
        <p:txBody>
          <a:bodyPr anchorCtr="0" anchor="t" bIns="0" lIns="0" spcFirstLastPara="1" rIns="0" wrap="square" tIns="0">
            <a:spAutoFit/>
          </a:bodyPr>
          <a:lstStyle/>
          <a:p>
            <a:pPr indent="0" lvl="0" marL="457200" rtl="0" algn="l">
              <a:lnSpc>
                <a:spcPct val="150000"/>
              </a:lnSpc>
              <a:spcBef>
                <a:spcPts val="0"/>
              </a:spcBef>
              <a:spcAft>
                <a:spcPts val="0"/>
              </a:spcAft>
              <a:buNone/>
            </a:pPr>
            <a:r>
              <a:rPr b="1" lang="en-US" sz="4700">
                <a:solidFill>
                  <a:schemeClr val="dk1"/>
                </a:solidFill>
                <a:latin typeface="Verdana"/>
                <a:ea typeface="Verdana"/>
                <a:cs typeface="Verdana"/>
                <a:sym typeface="Verdana"/>
              </a:rPr>
              <a:t>3</a:t>
            </a:r>
            <a:r>
              <a:rPr b="1" lang="en-US" sz="4700">
                <a:solidFill>
                  <a:schemeClr val="dk1"/>
                </a:solidFill>
                <a:latin typeface="Verdana"/>
                <a:ea typeface="Verdana"/>
                <a:cs typeface="Verdana"/>
                <a:sym typeface="Verdana"/>
              </a:rPr>
              <a:t>. What is this equal to:  (6 // 4) ** (7 % 4)</a:t>
            </a:r>
            <a:endParaRPr b="1" sz="4700">
              <a:solidFill>
                <a:schemeClr val="dk1"/>
              </a:solidFill>
              <a:latin typeface="Verdana"/>
              <a:ea typeface="Verdana"/>
              <a:cs typeface="Verdana"/>
              <a:sym typeface="Verdana"/>
            </a:endParaRPr>
          </a:p>
        </p:txBody>
      </p:sp>
      <p:grpSp>
        <p:nvGrpSpPr>
          <p:cNvPr id="781" name="Google Shape;781;p15"/>
          <p:cNvGrpSpPr/>
          <p:nvPr/>
        </p:nvGrpSpPr>
        <p:grpSpPr>
          <a:xfrm>
            <a:off x="1729374" y="4023076"/>
            <a:ext cx="13997826" cy="829665"/>
            <a:chOff x="1729374" y="4023076"/>
            <a:chExt cx="13997826" cy="829665"/>
          </a:xfrm>
        </p:grpSpPr>
        <p:grpSp>
          <p:nvGrpSpPr>
            <p:cNvPr id="782" name="Google Shape;782;p15"/>
            <p:cNvGrpSpPr/>
            <p:nvPr/>
          </p:nvGrpSpPr>
          <p:grpSpPr>
            <a:xfrm>
              <a:off x="1729374" y="4113601"/>
              <a:ext cx="942781" cy="739141"/>
              <a:chOff x="0" y="-47625"/>
              <a:chExt cx="544017" cy="378600"/>
            </a:xfrm>
          </p:grpSpPr>
          <p:sp>
            <p:nvSpPr>
              <p:cNvPr id="783" name="Google Shape;783;p15"/>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5"/>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85" name="Google Shape;785;p15"/>
            <p:cNvGrpSpPr/>
            <p:nvPr/>
          </p:nvGrpSpPr>
          <p:grpSpPr>
            <a:xfrm>
              <a:off x="1793336" y="4023076"/>
              <a:ext cx="942781" cy="739141"/>
              <a:chOff x="0" y="-47625"/>
              <a:chExt cx="544017" cy="378600"/>
            </a:xfrm>
          </p:grpSpPr>
          <p:sp>
            <p:nvSpPr>
              <p:cNvPr id="786" name="Google Shape;786;p15"/>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5"/>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88" name="Google Shape;788;p15"/>
            <p:cNvSpPr txBox="1"/>
            <p:nvPr/>
          </p:nvSpPr>
          <p:spPr>
            <a:xfrm>
              <a:off x="2043978" y="414297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A.</a:t>
              </a:r>
              <a:endParaRPr sz="4500"/>
            </a:p>
          </p:txBody>
        </p:sp>
        <p:sp>
          <p:nvSpPr>
            <p:cNvPr id="789" name="Google Shape;789;p15"/>
            <p:cNvSpPr txBox="1"/>
            <p:nvPr/>
          </p:nvSpPr>
          <p:spPr>
            <a:xfrm>
              <a:off x="2983200" y="4115800"/>
              <a:ext cx="127440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4200">
                  <a:solidFill>
                    <a:schemeClr val="dk1"/>
                  </a:solidFill>
                  <a:latin typeface="Verdana"/>
                  <a:ea typeface="Verdana"/>
                  <a:cs typeface="Verdana"/>
                  <a:sym typeface="Verdana"/>
                </a:rPr>
                <a:t>3.375</a:t>
              </a:r>
              <a:endParaRPr sz="4200">
                <a:solidFill>
                  <a:schemeClr val="dk1"/>
                </a:solidFill>
                <a:latin typeface="Verdana"/>
                <a:ea typeface="Verdana"/>
                <a:cs typeface="Verdana"/>
                <a:sym typeface="Verdana"/>
              </a:endParaRPr>
            </a:p>
          </p:txBody>
        </p:sp>
      </p:grpSp>
      <p:grpSp>
        <p:nvGrpSpPr>
          <p:cNvPr id="790" name="Google Shape;790;p15"/>
          <p:cNvGrpSpPr/>
          <p:nvPr/>
        </p:nvGrpSpPr>
        <p:grpSpPr>
          <a:xfrm>
            <a:off x="1711049" y="6969210"/>
            <a:ext cx="12906122" cy="829665"/>
            <a:chOff x="1729374" y="7781235"/>
            <a:chExt cx="12906122" cy="829665"/>
          </a:xfrm>
        </p:grpSpPr>
        <p:grpSp>
          <p:nvGrpSpPr>
            <p:cNvPr id="791" name="Google Shape;791;p15"/>
            <p:cNvGrpSpPr/>
            <p:nvPr/>
          </p:nvGrpSpPr>
          <p:grpSpPr>
            <a:xfrm>
              <a:off x="1729374" y="7871760"/>
              <a:ext cx="942781" cy="739141"/>
              <a:chOff x="0" y="-47625"/>
              <a:chExt cx="544017" cy="378600"/>
            </a:xfrm>
          </p:grpSpPr>
          <p:sp>
            <p:nvSpPr>
              <p:cNvPr id="792" name="Google Shape;792;p15"/>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5"/>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794" name="Google Shape;794;p15"/>
            <p:cNvGrpSpPr/>
            <p:nvPr/>
          </p:nvGrpSpPr>
          <p:grpSpPr>
            <a:xfrm>
              <a:off x="1793336" y="7781235"/>
              <a:ext cx="942781" cy="739141"/>
              <a:chOff x="0" y="-47625"/>
              <a:chExt cx="544017" cy="378600"/>
            </a:xfrm>
          </p:grpSpPr>
          <p:sp>
            <p:nvSpPr>
              <p:cNvPr id="795" name="Google Shape;795;p15"/>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5"/>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797" name="Google Shape;797;p15"/>
            <p:cNvSpPr txBox="1"/>
            <p:nvPr/>
          </p:nvSpPr>
          <p:spPr>
            <a:xfrm>
              <a:off x="2043978" y="790113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C.</a:t>
              </a:r>
              <a:endParaRPr sz="4500"/>
            </a:p>
          </p:txBody>
        </p:sp>
        <p:sp>
          <p:nvSpPr>
            <p:cNvPr id="798" name="Google Shape;798;p15"/>
            <p:cNvSpPr txBox="1"/>
            <p:nvPr/>
          </p:nvSpPr>
          <p:spPr>
            <a:xfrm>
              <a:off x="2983196" y="7873950"/>
              <a:ext cx="116523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4200">
                  <a:solidFill>
                    <a:schemeClr val="dk1"/>
                  </a:solidFill>
                  <a:latin typeface="Verdana"/>
                  <a:ea typeface="Verdana"/>
                  <a:cs typeface="Verdana"/>
                  <a:sym typeface="Verdana"/>
                </a:rPr>
                <a:t>4.5</a:t>
              </a:r>
              <a:endParaRPr sz="4200">
                <a:solidFill>
                  <a:schemeClr val="dk1"/>
                </a:solidFill>
                <a:latin typeface="Verdana"/>
                <a:ea typeface="Verdana"/>
                <a:cs typeface="Verdana"/>
                <a:sym typeface="Verdana"/>
              </a:endParaRPr>
            </a:p>
          </p:txBody>
        </p:sp>
      </p:grpSp>
      <p:grpSp>
        <p:nvGrpSpPr>
          <p:cNvPr id="799" name="Google Shape;799;p15"/>
          <p:cNvGrpSpPr/>
          <p:nvPr/>
        </p:nvGrpSpPr>
        <p:grpSpPr>
          <a:xfrm>
            <a:off x="1711049" y="5576401"/>
            <a:ext cx="15855127" cy="829665"/>
            <a:chOff x="1729374" y="4023076"/>
            <a:chExt cx="15855127" cy="829665"/>
          </a:xfrm>
        </p:grpSpPr>
        <p:grpSp>
          <p:nvGrpSpPr>
            <p:cNvPr id="800" name="Google Shape;800;p15"/>
            <p:cNvGrpSpPr/>
            <p:nvPr/>
          </p:nvGrpSpPr>
          <p:grpSpPr>
            <a:xfrm>
              <a:off x="1729374" y="4113601"/>
              <a:ext cx="942781" cy="739141"/>
              <a:chOff x="0" y="-47625"/>
              <a:chExt cx="544017" cy="378600"/>
            </a:xfrm>
          </p:grpSpPr>
          <p:sp>
            <p:nvSpPr>
              <p:cNvPr id="801" name="Google Shape;801;p15"/>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15"/>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03" name="Google Shape;803;p15"/>
            <p:cNvGrpSpPr/>
            <p:nvPr/>
          </p:nvGrpSpPr>
          <p:grpSpPr>
            <a:xfrm>
              <a:off x="1793336" y="4023076"/>
              <a:ext cx="942781" cy="739141"/>
              <a:chOff x="0" y="-47625"/>
              <a:chExt cx="544017" cy="378600"/>
            </a:xfrm>
          </p:grpSpPr>
          <p:sp>
            <p:nvSpPr>
              <p:cNvPr id="804" name="Google Shape;804;p15"/>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15"/>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06" name="Google Shape;806;p15"/>
            <p:cNvSpPr txBox="1"/>
            <p:nvPr/>
          </p:nvSpPr>
          <p:spPr>
            <a:xfrm>
              <a:off x="2043978" y="414297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B.</a:t>
              </a:r>
              <a:endParaRPr sz="4500"/>
            </a:p>
          </p:txBody>
        </p:sp>
        <p:sp>
          <p:nvSpPr>
            <p:cNvPr id="807" name="Google Shape;807;p15"/>
            <p:cNvSpPr txBox="1"/>
            <p:nvPr/>
          </p:nvSpPr>
          <p:spPr>
            <a:xfrm>
              <a:off x="2983201" y="4159925"/>
              <a:ext cx="146013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4200">
                  <a:solidFill>
                    <a:schemeClr val="dk1"/>
                  </a:solidFill>
                  <a:latin typeface="Verdana"/>
                  <a:ea typeface="Verdana"/>
                  <a:cs typeface="Verdana"/>
                  <a:sym typeface="Verdana"/>
                </a:rPr>
                <a:t>1</a:t>
              </a:r>
              <a:endParaRPr sz="4200">
                <a:solidFill>
                  <a:schemeClr val="dk1"/>
                </a:solidFill>
                <a:latin typeface="Verdana"/>
                <a:ea typeface="Verdana"/>
                <a:cs typeface="Verdana"/>
                <a:sym typeface="Verdana"/>
              </a:endParaRPr>
            </a:p>
          </p:txBody>
        </p:sp>
      </p:grpSp>
      <p:grpSp>
        <p:nvGrpSpPr>
          <p:cNvPr id="808" name="Google Shape;808;p15"/>
          <p:cNvGrpSpPr/>
          <p:nvPr/>
        </p:nvGrpSpPr>
        <p:grpSpPr>
          <a:xfrm>
            <a:off x="1695649" y="8644160"/>
            <a:ext cx="15486127" cy="829665"/>
            <a:chOff x="1729374" y="7781235"/>
            <a:chExt cx="15486127" cy="829665"/>
          </a:xfrm>
        </p:grpSpPr>
        <p:grpSp>
          <p:nvGrpSpPr>
            <p:cNvPr id="809" name="Google Shape;809;p15"/>
            <p:cNvGrpSpPr/>
            <p:nvPr/>
          </p:nvGrpSpPr>
          <p:grpSpPr>
            <a:xfrm>
              <a:off x="1729374" y="7871760"/>
              <a:ext cx="942781" cy="739141"/>
              <a:chOff x="0" y="-47625"/>
              <a:chExt cx="544017" cy="378600"/>
            </a:xfrm>
          </p:grpSpPr>
          <p:sp>
            <p:nvSpPr>
              <p:cNvPr id="810" name="Google Shape;810;p15"/>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15"/>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12" name="Google Shape;812;p15"/>
            <p:cNvGrpSpPr/>
            <p:nvPr/>
          </p:nvGrpSpPr>
          <p:grpSpPr>
            <a:xfrm>
              <a:off x="1793336" y="7781235"/>
              <a:ext cx="942781" cy="739141"/>
              <a:chOff x="0" y="-47625"/>
              <a:chExt cx="544017" cy="378600"/>
            </a:xfrm>
          </p:grpSpPr>
          <p:sp>
            <p:nvSpPr>
              <p:cNvPr id="813" name="Google Shape;813;p15"/>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4" name="Google Shape;814;p15"/>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15" name="Google Shape;815;p15"/>
            <p:cNvSpPr txBox="1"/>
            <p:nvPr/>
          </p:nvSpPr>
          <p:spPr>
            <a:xfrm>
              <a:off x="2043978" y="790113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D.</a:t>
              </a:r>
              <a:endParaRPr sz="4500"/>
            </a:p>
          </p:txBody>
        </p:sp>
        <p:sp>
          <p:nvSpPr>
            <p:cNvPr id="816" name="Google Shape;816;p15"/>
            <p:cNvSpPr txBox="1"/>
            <p:nvPr/>
          </p:nvSpPr>
          <p:spPr>
            <a:xfrm>
              <a:off x="2983201" y="7873950"/>
              <a:ext cx="142323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4200">
                  <a:solidFill>
                    <a:schemeClr val="dk1"/>
                  </a:solidFill>
                  <a:latin typeface="Verdana"/>
                  <a:ea typeface="Verdana"/>
                  <a:cs typeface="Verdana"/>
                  <a:sym typeface="Verdana"/>
                </a:rPr>
                <a:t>3</a:t>
              </a:r>
              <a:endParaRPr sz="4200">
                <a:solidFill>
                  <a:schemeClr val="dk1"/>
                </a:solidFill>
                <a:latin typeface="Verdana"/>
                <a:ea typeface="Verdana"/>
                <a:cs typeface="Verdana"/>
                <a:sym typeface="Verdana"/>
              </a:endParaRPr>
            </a:p>
          </p:txBody>
        </p:sp>
      </p:grpSp>
      <p:sp>
        <p:nvSpPr>
          <p:cNvPr id="817" name="Google Shape;817;p15"/>
          <p:cNvSpPr txBox="1"/>
          <p:nvPr/>
        </p:nvSpPr>
        <p:spPr>
          <a:xfrm>
            <a:off x="3824266" y="814076"/>
            <a:ext cx="9494700" cy="1539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0000">
                <a:solidFill>
                  <a:srgbClr val="393A3F"/>
                </a:solidFill>
                <a:latin typeface="Anton"/>
                <a:ea typeface="Anton"/>
                <a:cs typeface="Anton"/>
                <a:sym typeface="Anton"/>
              </a:rPr>
              <a:t>Quick Refresher</a:t>
            </a:r>
            <a:endParaRPr sz="10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80"/>
                                        </p:tgtEl>
                                        <p:attrNameLst>
                                          <p:attrName>style.visibility</p:attrName>
                                        </p:attrNameLst>
                                      </p:cBhvr>
                                      <p:to>
                                        <p:strVal val="visible"/>
                                      </p:to>
                                    </p:set>
                                    <p:animEffect filter="fade" transition="in">
                                      <p:cBhvr>
                                        <p:cTn dur="1000"/>
                                        <p:tgtEl>
                                          <p:spTgt spid="7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81"/>
                                        </p:tgtEl>
                                        <p:attrNameLst>
                                          <p:attrName>style.visibility</p:attrName>
                                        </p:attrNameLst>
                                      </p:cBhvr>
                                      <p:to>
                                        <p:strVal val="visible"/>
                                      </p:to>
                                    </p:set>
                                    <p:anim calcmode="lin" valueType="num">
                                      <p:cBhvr additive="base">
                                        <p:cTn dur="1000"/>
                                        <p:tgtEl>
                                          <p:spTgt spid="781"/>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99"/>
                                        </p:tgtEl>
                                        <p:attrNameLst>
                                          <p:attrName>style.visibility</p:attrName>
                                        </p:attrNameLst>
                                      </p:cBhvr>
                                      <p:to>
                                        <p:strVal val="visible"/>
                                      </p:to>
                                    </p:set>
                                    <p:anim calcmode="lin" valueType="num">
                                      <p:cBhvr additive="base">
                                        <p:cTn dur="1000"/>
                                        <p:tgtEl>
                                          <p:spTgt spid="79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790"/>
                                        </p:tgtEl>
                                        <p:attrNameLst>
                                          <p:attrName>style.visibility</p:attrName>
                                        </p:attrNameLst>
                                      </p:cBhvr>
                                      <p:to>
                                        <p:strVal val="visible"/>
                                      </p:to>
                                    </p:set>
                                    <p:anim calcmode="lin" valueType="num">
                                      <p:cBhvr additive="base">
                                        <p:cTn dur="1000"/>
                                        <p:tgtEl>
                                          <p:spTgt spid="79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08"/>
                                        </p:tgtEl>
                                        <p:attrNameLst>
                                          <p:attrName>style.visibility</p:attrName>
                                        </p:attrNameLst>
                                      </p:cBhvr>
                                      <p:to>
                                        <p:strVal val="visible"/>
                                      </p:to>
                                    </p:set>
                                    <p:anim calcmode="lin" valueType="num">
                                      <p:cBhvr additive="base">
                                        <p:cTn dur="1000"/>
                                        <p:tgtEl>
                                          <p:spTgt spid="80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44"/>
                                        </p:tgtEl>
                                        <p:attrNameLst>
                                          <p:attrName>style.visibility</p:attrName>
                                        </p:attrNameLst>
                                      </p:cBhvr>
                                      <p:to>
                                        <p:strVal val="visible"/>
                                      </p:to>
                                    </p:set>
                                    <p:animEffect filter="fade" transition="in">
                                      <p:cBhvr>
                                        <p:cTn dur="1000"/>
                                        <p:tgtEl>
                                          <p:spTgt spid="7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821" name="Shape 821"/>
        <p:cNvGrpSpPr/>
        <p:nvPr/>
      </p:nvGrpSpPr>
      <p:grpSpPr>
        <a:xfrm>
          <a:off x="0" y="0"/>
          <a:ext cx="0" cy="0"/>
          <a:chOff x="0" y="0"/>
          <a:chExt cx="0" cy="0"/>
        </a:xfrm>
      </p:grpSpPr>
      <p:sp>
        <p:nvSpPr>
          <p:cNvPr id="822" name="Google Shape;822;p16"/>
          <p:cNvSpPr/>
          <p:nvPr/>
        </p:nvSpPr>
        <p:spPr>
          <a:xfrm>
            <a:off x="1594875" y="3970450"/>
            <a:ext cx="12906000" cy="882300"/>
          </a:xfrm>
          <a:prstGeom prst="roundRect">
            <a:avLst>
              <a:gd fmla="val 16667" name="adj"/>
            </a:avLst>
          </a:prstGeom>
          <a:solidFill>
            <a:srgbClr val="FF4F63">
              <a:alpha val="4684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ton"/>
              <a:ea typeface="Anton"/>
              <a:cs typeface="Anton"/>
              <a:sym typeface="Anton"/>
            </a:endParaRPr>
          </a:p>
        </p:txBody>
      </p:sp>
      <p:grpSp>
        <p:nvGrpSpPr>
          <p:cNvPr id="823" name="Google Shape;823;p16"/>
          <p:cNvGrpSpPr/>
          <p:nvPr/>
        </p:nvGrpSpPr>
        <p:grpSpPr>
          <a:xfrm>
            <a:off x="1138275" y="864982"/>
            <a:ext cx="2065578" cy="1437506"/>
            <a:chOff x="0" y="-47625"/>
            <a:chExt cx="544017" cy="378600"/>
          </a:xfrm>
        </p:grpSpPr>
        <p:sp>
          <p:nvSpPr>
            <p:cNvPr id="824" name="Google Shape;824;p16"/>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16"/>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26" name="Google Shape;826;p16"/>
          <p:cNvGrpSpPr/>
          <p:nvPr/>
        </p:nvGrpSpPr>
        <p:grpSpPr>
          <a:xfrm>
            <a:off x="1247850" y="688914"/>
            <a:ext cx="2065578" cy="1437506"/>
            <a:chOff x="0" y="-47625"/>
            <a:chExt cx="544017" cy="378600"/>
          </a:xfrm>
        </p:grpSpPr>
        <p:sp>
          <p:nvSpPr>
            <p:cNvPr id="827" name="Google Shape;827;p16"/>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16"/>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29" name="Google Shape;829;p16"/>
          <p:cNvSpPr txBox="1"/>
          <p:nvPr/>
        </p:nvSpPr>
        <p:spPr>
          <a:xfrm>
            <a:off x="1827554" y="922110"/>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1</a:t>
            </a:r>
            <a:endParaRPr/>
          </a:p>
        </p:txBody>
      </p:sp>
      <p:grpSp>
        <p:nvGrpSpPr>
          <p:cNvPr id="830" name="Google Shape;830;p16"/>
          <p:cNvGrpSpPr/>
          <p:nvPr/>
        </p:nvGrpSpPr>
        <p:grpSpPr>
          <a:xfrm>
            <a:off x="12317278" y="107737"/>
            <a:ext cx="5851052" cy="1310243"/>
            <a:chOff x="2" y="-564"/>
            <a:chExt cx="7801403" cy="1746991"/>
          </a:xfrm>
        </p:grpSpPr>
        <p:grpSp>
          <p:nvGrpSpPr>
            <p:cNvPr id="831" name="Google Shape;831;p16"/>
            <p:cNvGrpSpPr/>
            <p:nvPr/>
          </p:nvGrpSpPr>
          <p:grpSpPr>
            <a:xfrm rot="10800000">
              <a:off x="5628043" y="1225496"/>
              <a:ext cx="2173362" cy="520931"/>
              <a:chOff x="0" y="-47625"/>
              <a:chExt cx="429306" cy="102900"/>
            </a:xfrm>
          </p:grpSpPr>
          <p:sp>
            <p:nvSpPr>
              <p:cNvPr id="832" name="Google Shape;832;p1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1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34" name="Google Shape;834;p16"/>
            <p:cNvGrpSpPr/>
            <p:nvPr/>
          </p:nvGrpSpPr>
          <p:grpSpPr>
            <a:xfrm rot="10800000">
              <a:off x="3056329" y="1225496"/>
              <a:ext cx="2173362" cy="520931"/>
              <a:chOff x="0" y="-47625"/>
              <a:chExt cx="429306" cy="102900"/>
            </a:xfrm>
          </p:grpSpPr>
          <p:sp>
            <p:nvSpPr>
              <p:cNvPr id="835" name="Google Shape;835;p1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1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37" name="Google Shape;837;p16"/>
            <p:cNvGrpSpPr/>
            <p:nvPr/>
          </p:nvGrpSpPr>
          <p:grpSpPr>
            <a:xfrm rot="10800000">
              <a:off x="4282710" y="409333"/>
              <a:ext cx="2173362" cy="520931"/>
              <a:chOff x="0" y="-47625"/>
              <a:chExt cx="429306" cy="102900"/>
            </a:xfrm>
          </p:grpSpPr>
          <p:sp>
            <p:nvSpPr>
              <p:cNvPr id="838" name="Google Shape;838;p1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1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40" name="Google Shape;840;p16"/>
            <p:cNvGrpSpPr/>
            <p:nvPr/>
          </p:nvGrpSpPr>
          <p:grpSpPr>
            <a:xfrm rot="10800000">
              <a:off x="1969648" y="420756"/>
              <a:ext cx="2173362" cy="520931"/>
              <a:chOff x="0" y="-47625"/>
              <a:chExt cx="429306" cy="102900"/>
            </a:xfrm>
          </p:grpSpPr>
          <p:sp>
            <p:nvSpPr>
              <p:cNvPr id="841" name="Google Shape;841;p1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1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43" name="Google Shape;843;p16"/>
            <p:cNvGrpSpPr/>
            <p:nvPr/>
          </p:nvGrpSpPr>
          <p:grpSpPr>
            <a:xfrm rot="10800000">
              <a:off x="1295727" y="1225496"/>
              <a:ext cx="1191034" cy="520931"/>
              <a:chOff x="0" y="-47625"/>
              <a:chExt cx="235266" cy="102900"/>
            </a:xfrm>
          </p:grpSpPr>
          <p:sp>
            <p:nvSpPr>
              <p:cNvPr id="844" name="Google Shape;844;p16"/>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16"/>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46" name="Google Shape;846;p16"/>
            <p:cNvGrpSpPr/>
            <p:nvPr/>
          </p:nvGrpSpPr>
          <p:grpSpPr>
            <a:xfrm rot="10800000">
              <a:off x="2" y="420756"/>
              <a:ext cx="1191034" cy="520931"/>
              <a:chOff x="0" y="-47625"/>
              <a:chExt cx="235266" cy="102900"/>
            </a:xfrm>
          </p:grpSpPr>
          <p:sp>
            <p:nvSpPr>
              <p:cNvPr id="847" name="Google Shape;847;p16"/>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16"/>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49" name="Google Shape;849;p16"/>
            <p:cNvGrpSpPr/>
            <p:nvPr/>
          </p:nvGrpSpPr>
          <p:grpSpPr>
            <a:xfrm rot="10800000">
              <a:off x="6598555" y="420693"/>
              <a:ext cx="1202850" cy="498150"/>
              <a:chOff x="0" y="-47625"/>
              <a:chExt cx="237600" cy="98400"/>
            </a:xfrm>
          </p:grpSpPr>
          <p:sp>
            <p:nvSpPr>
              <p:cNvPr id="850" name="Google Shape;850;p16"/>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16"/>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52" name="Google Shape;852;p16"/>
            <p:cNvGrpSpPr/>
            <p:nvPr/>
          </p:nvGrpSpPr>
          <p:grpSpPr>
            <a:xfrm rot="10800000">
              <a:off x="3423956" y="819231"/>
              <a:ext cx="4377448" cy="520931"/>
              <a:chOff x="0" y="-47625"/>
              <a:chExt cx="864681" cy="102900"/>
            </a:xfrm>
          </p:grpSpPr>
          <p:sp>
            <p:nvSpPr>
              <p:cNvPr id="853" name="Google Shape;853;p16"/>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16"/>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55" name="Google Shape;855;p16"/>
            <p:cNvGrpSpPr/>
            <p:nvPr/>
          </p:nvGrpSpPr>
          <p:grpSpPr>
            <a:xfrm rot="10800000">
              <a:off x="3423956" y="-564"/>
              <a:ext cx="4377448" cy="520931"/>
              <a:chOff x="0" y="-47625"/>
              <a:chExt cx="864681" cy="102900"/>
            </a:xfrm>
          </p:grpSpPr>
          <p:sp>
            <p:nvSpPr>
              <p:cNvPr id="856" name="Google Shape;856;p16"/>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16"/>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858" name="Google Shape;858;p16"/>
          <p:cNvSpPr txBox="1"/>
          <p:nvPr/>
        </p:nvSpPr>
        <p:spPr>
          <a:xfrm>
            <a:off x="1136100" y="3044250"/>
            <a:ext cx="17032200" cy="723300"/>
          </a:xfrm>
          <a:prstGeom prst="rect">
            <a:avLst/>
          </a:prstGeom>
          <a:noFill/>
          <a:ln>
            <a:noFill/>
          </a:ln>
        </p:spPr>
        <p:txBody>
          <a:bodyPr anchorCtr="0" anchor="t" bIns="0" lIns="0" spcFirstLastPara="1" rIns="0" wrap="square" tIns="0">
            <a:spAutoFit/>
          </a:bodyPr>
          <a:lstStyle/>
          <a:p>
            <a:pPr indent="0" lvl="0" marL="457200" rtl="0" algn="l">
              <a:lnSpc>
                <a:spcPct val="150000"/>
              </a:lnSpc>
              <a:spcBef>
                <a:spcPts val="0"/>
              </a:spcBef>
              <a:spcAft>
                <a:spcPts val="0"/>
              </a:spcAft>
              <a:buNone/>
            </a:pPr>
            <a:r>
              <a:rPr b="1" lang="en-US" sz="4700">
                <a:solidFill>
                  <a:schemeClr val="dk1"/>
                </a:solidFill>
                <a:latin typeface="Verdana"/>
                <a:ea typeface="Verdana"/>
                <a:cs typeface="Verdana"/>
                <a:sym typeface="Verdana"/>
              </a:rPr>
              <a:t>4</a:t>
            </a:r>
            <a:r>
              <a:rPr b="1" lang="en-US" sz="4700">
                <a:solidFill>
                  <a:schemeClr val="dk1"/>
                </a:solidFill>
                <a:latin typeface="Verdana"/>
                <a:ea typeface="Verdana"/>
                <a:cs typeface="Verdana"/>
                <a:sym typeface="Verdana"/>
              </a:rPr>
              <a:t>. What is a boolean?</a:t>
            </a:r>
            <a:endParaRPr b="1" sz="4700">
              <a:solidFill>
                <a:schemeClr val="dk1"/>
              </a:solidFill>
              <a:latin typeface="Verdana"/>
              <a:ea typeface="Verdana"/>
              <a:cs typeface="Verdana"/>
              <a:sym typeface="Verdana"/>
            </a:endParaRPr>
          </a:p>
        </p:txBody>
      </p:sp>
      <p:grpSp>
        <p:nvGrpSpPr>
          <p:cNvPr id="859" name="Google Shape;859;p16"/>
          <p:cNvGrpSpPr/>
          <p:nvPr/>
        </p:nvGrpSpPr>
        <p:grpSpPr>
          <a:xfrm>
            <a:off x="1729374" y="4023076"/>
            <a:ext cx="13997826" cy="829665"/>
            <a:chOff x="1729374" y="4023076"/>
            <a:chExt cx="13997826" cy="829665"/>
          </a:xfrm>
        </p:grpSpPr>
        <p:grpSp>
          <p:nvGrpSpPr>
            <p:cNvPr id="860" name="Google Shape;860;p16"/>
            <p:cNvGrpSpPr/>
            <p:nvPr/>
          </p:nvGrpSpPr>
          <p:grpSpPr>
            <a:xfrm>
              <a:off x="1729374" y="4113601"/>
              <a:ext cx="942781" cy="739141"/>
              <a:chOff x="0" y="-47625"/>
              <a:chExt cx="544017" cy="378600"/>
            </a:xfrm>
          </p:grpSpPr>
          <p:sp>
            <p:nvSpPr>
              <p:cNvPr id="861" name="Google Shape;861;p16"/>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16"/>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63" name="Google Shape;863;p16"/>
            <p:cNvGrpSpPr/>
            <p:nvPr/>
          </p:nvGrpSpPr>
          <p:grpSpPr>
            <a:xfrm>
              <a:off x="1793336" y="4023076"/>
              <a:ext cx="942781" cy="739141"/>
              <a:chOff x="0" y="-47625"/>
              <a:chExt cx="544017" cy="378600"/>
            </a:xfrm>
          </p:grpSpPr>
          <p:sp>
            <p:nvSpPr>
              <p:cNvPr id="864" name="Google Shape;864;p16"/>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16"/>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66" name="Google Shape;866;p16"/>
            <p:cNvSpPr txBox="1"/>
            <p:nvPr/>
          </p:nvSpPr>
          <p:spPr>
            <a:xfrm>
              <a:off x="2043978" y="414297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A.</a:t>
              </a:r>
              <a:endParaRPr sz="4500"/>
            </a:p>
          </p:txBody>
        </p:sp>
        <p:sp>
          <p:nvSpPr>
            <p:cNvPr id="867" name="Google Shape;867;p16"/>
            <p:cNvSpPr txBox="1"/>
            <p:nvPr/>
          </p:nvSpPr>
          <p:spPr>
            <a:xfrm>
              <a:off x="2983200" y="4115800"/>
              <a:ext cx="127440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4200">
                  <a:solidFill>
                    <a:schemeClr val="dk1"/>
                  </a:solidFill>
                  <a:latin typeface="Verdana"/>
                  <a:ea typeface="Verdana"/>
                  <a:cs typeface="Verdana"/>
                  <a:sym typeface="Verdana"/>
                </a:rPr>
                <a:t>A type of Polish broth</a:t>
              </a:r>
              <a:endParaRPr sz="4200">
                <a:solidFill>
                  <a:schemeClr val="dk1"/>
                </a:solidFill>
                <a:latin typeface="Verdana"/>
                <a:ea typeface="Verdana"/>
                <a:cs typeface="Verdana"/>
                <a:sym typeface="Verdana"/>
              </a:endParaRPr>
            </a:p>
          </p:txBody>
        </p:sp>
      </p:grpSp>
      <p:grpSp>
        <p:nvGrpSpPr>
          <p:cNvPr id="868" name="Google Shape;868;p16"/>
          <p:cNvGrpSpPr/>
          <p:nvPr/>
        </p:nvGrpSpPr>
        <p:grpSpPr>
          <a:xfrm>
            <a:off x="1594811" y="7243535"/>
            <a:ext cx="12906122" cy="829665"/>
            <a:chOff x="1729374" y="7781235"/>
            <a:chExt cx="12906122" cy="829665"/>
          </a:xfrm>
        </p:grpSpPr>
        <p:grpSp>
          <p:nvGrpSpPr>
            <p:cNvPr id="869" name="Google Shape;869;p16"/>
            <p:cNvGrpSpPr/>
            <p:nvPr/>
          </p:nvGrpSpPr>
          <p:grpSpPr>
            <a:xfrm>
              <a:off x="1729374" y="7871760"/>
              <a:ext cx="942781" cy="739141"/>
              <a:chOff x="0" y="-47625"/>
              <a:chExt cx="544017" cy="378600"/>
            </a:xfrm>
          </p:grpSpPr>
          <p:sp>
            <p:nvSpPr>
              <p:cNvPr id="870" name="Google Shape;870;p16"/>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16"/>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72" name="Google Shape;872;p16"/>
            <p:cNvGrpSpPr/>
            <p:nvPr/>
          </p:nvGrpSpPr>
          <p:grpSpPr>
            <a:xfrm>
              <a:off x="1793336" y="7781235"/>
              <a:ext cx="942781" cy="739141"/>
              <a:chOff x="0" y="-47625"/>
              <a:chExt cx="544017" cy="378600"/>
            </a:xfrm>
          </p:grpSpPr>
          <p:sp>
            <p:nvSpPr>
              <p:cNvPr id="873" name="Google Shape;873;p16"/>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16"/>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75" name="Google Shape;875;p16"/>
            <p:cNvSpPr txBox="1"/>
            <p:nvPr/>
          </p:nvSpPr>
          <p:spPr>
            <a:xfrm>
              <a:off x="2043978" y="790113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C.</a:t>
              </a:r>
              <a:endParaRPr sz="4500"/>
            </a:p>
          </p:txBody>
        </p:sp>
        <p:sp>
          <p:nvSpPr>
            <p:cNvPr id="876" name="Google Shape;876;p16"/>
            <p:cNvSpPr txBox="1"/>
            <p:nvPr/>
          </p:nvSpPr>
          <p:spPr>
            <a:xfrm>
              <a:off x="2983196" y="7873950"/>
              <a:ext cx="116523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4200">
                  <a:solidFill>
                    <a:schemeClr val="dk1"/>
                  </a:solidFill>
                  <a:latin typeface="Verdana"/>
                  <a:ea typeface="Verdana"/>
                  <a:cs typeface="Verdana"/>
                  <a:sym typeface="Verdana"/>
                </a:rPr>
                <a:t>Gets Python to make a </a:t>
              </a:r>
              <a:r>
                <a:rPr lang="en-US" sz="4200">
                  <a:solidFill>
                    <a:schemeClr val="dk1"/>
                  </a:solidFill>
                  <a:latin typeface="Verdana"/>
                  <a:ea typeface="Verdana"/>
                  <a:cs typeface="Verdana"/>
                  <a:sym typeface="Verdana"/>
                </a:rPr>
                <a:t>decision</a:t>
              </a:r>
              <a:endParaRPr sz="4200">
                <a:solidFill>
                  <a:schemeClr val="dk1"/>
                </a:solidFill>
                <a:latin typeface="Verdana"/>
                <a:ea typeface="Verdana"/>
                <a:cs typeface="Verdana"/>
                <a:sym typeface="Verdana"/>
              </a:endParaRPr>
            </a:p>
          </p:txBody>
        </p:sp>
      </p:grpSp>
      <p:grpSp>
        <p:nvGrpSpPr>
          <p:cNvPr id="877" name="Google Shape;877;p16"/>
          <p:cNvGrpSpPr/>
          <p:nvPr/>
        </p:nvGrpSpPr>
        <p:grpSpPr>
          <a:xfrm>
            <a:off x="1724636" y="5496138"/>
            <a:ext cx="15855127" cy="829665"/>
            <a:chOff x="1729374" y="4023076"/>
            <a:chExt cx="15855127" cy="829665"/>
          </a:xfrm>
        </p:grpSpPr>
        <p:grpSp>
          <p:nvGrpSpPr>
            <p:cNvPr id="878" name="Google Shape;878;p16"/>
            <p:cNvGrpSpPr/>
            <p:nvPr/>
          </p:nvGrpSpPr>
          <p:grpSpPr>
            <a:xfrm>
              <a:off x="1729374" y="4113601"/>
              <a:ext cx="942781" cy="739141"/>
              <a:chOff x="0" y="-47625"/>
              <a:chExt cx="544017" cy="378600"/>
            </a:xfrm>
          </p:grpSpPr>
          <p:sp>
            <p:nvSpPr>
              <p:cNvPr id="879" name="Google Shape;879;p16"/>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16"/>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81" name="Google Shape;881;p16"/>
            <p:cNvGrpSpPr/>
            <p:nvPr/>
          </p:nvGrpSpPr>
          <p:grpSpPr>
            <a:xfrm>
              <a:off x="1793336" y="4023076"/>
              <a:ext cx="942781" cy="739141"/>
              <a:chOff x="0" y="-47625"/>
              <a:chExt cx="544017" cy="378600"/>
            </a:xfrm>
          </p:grpSpPr>
          <p:sp>
            <p:nvSpPr>
              <p:cNvPr id="882" name="Google Shape;882;p16"/>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16"/>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84" name="Google Shape;884;p16"/>
            <p:cNvSpPr txBox="1"/>
            <p:nvPr/>
          </p:nvSpPr>
          <p:spPr>
            <a:xfrm>
              <a:off x="2043978" y="414297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B.</a:t>
              </a:r>
              <a:endParaRPr sz="4500"/>
            </a:p>
          </p:txBody>
        </p:sp>
        <p:sp>
          <p:nvSpPr>
            <p:cNvPr id="885" name="Google Shape;885;p16"/>
            <p:cNvSpPr txBox="1"/>
            <p:nvPr/>
          </p:nvSpPr>
          <p:spPr>
            <a:xfrm>
              <a:off x="2983201" y="4159925"/>
              <a:ext cx="146013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4200">
                  <a:solidFill>
                    <a:schemeClr val="dk1"/>
                  </a:solidFill>
                  <a:latin typeface="Verdana"/>
                  <a:ea typeface="Verdana"/>
                  <a:cs typeface="Verdana"/>
                  <a:sym typeface="Verdana"/>
                </a:rPr>
                <a:t>Gets an input from the user via a website</a:t>
              </a:r>
              <a:endParaRPr sz="4200">
                <a:solidFill>
                  <a:schemeClr val="dk1"/>
                </a:solidFill>
                <a:latin typeface="Verdana"/>
                <a:ea typeface="Verdana"/>
                <a:cs typeface="Verdana"/>
                <a:sym typeface="Verdana"/>
              </a:endParaRPr>
            </a:p>
          </p:txBody>
        </p:sp>
      </p:grpSp>
      <p:grpSp>
        <p:nvGrpSpPr>
          <p:cNvPr id="886" name="Google Shape;886;p16"/>
          <p:cNvGrpSpPr/>
          <p:nvPr/>
        </p:nvGrpSpPr>
        <p:grpSpPr>
          <a:xfrm>
            <a:off x="1724624" y="8990935"/>
            <a:ext cx="15486127" cy="829665"/>
            <a:chOff x="1729374" y="7781235"/>
            <a:chExt cx="15486127" cy="829665"/>
          </a:xfrm>
        </p:grpSpPr>
        <p:grpSp>
          <p:nvGrpSpPr>
            <p:cNvPr id="887" name="Google Shape;887;p16"/>
            <p:cNvGrpSpPr/>
            <p:nvPr/>
          </p:nvGrpSpPr>
          <p:grpSpPr>
            <a:xfrm>
              <a:off x="1729374" y="7871760"/>
              <a:ext cx="942781" cy="739141"/>
              <a:chOff x="0" y="-47625"/>
              <a:chExt cx="544017" cy="378600"/>
            </a:xfrm>
          </p:grpSpPr>
          <p:sp>
            <p:nvSpPr>
              <p:cNvPr id="888" name="Google Shape;888;p16"/>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9" name="Google Shape;889;p16"/>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890" name="Google Shape;890;p16"/>
            <p:cNvGrpSpPr/>
            <p:nvPr/>
          </p:nvGrpSpPr>
          <p:grpSpPr>
            <a:xfrm>
              <a:off x="1793336" y="7781235"/>
              <a:ext cx="942781" cy="739141"/>
              <a:chOff x="0" y="-47625"/>
              <a:chExt cx="544017" cy="378600"/>
            </a:xfrm>
          </p:grpSpPr>
          <p:sp>
            <p:nvSpPr>
              <p:cNvPr id="891" name="Google Shape;891;p16"/>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16"/>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893" name="Google Shape;893;p16"/>
            <p:cNvSpPr txBox="1"/>
            <p:nvPr/>
          </p:nvSpPr>
          <p:spPr>
            <a:xfrm>
              <a:off x="2043978" y="7901133"/>
              <a:ext cx="678300" cy="692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lang="en-US" sz="4500">
                  <a:solidFill>
                    <a:srgbClr val="FFFFFF"/>
                  </a:solidFill>
                  <a:latin typeface="Anton"/>
                  <a:ea typeface="Anton"/>
                  <a:cs typeface="Anton"/>
                  <a:sym typeface="Anton"/>
                </a:rPr>
                <a:t>D.</a:t>
              </a:r>
              <a:endParaRPr sz="4500"/>
            </a:p>
          </p:txBody>
        </p:sp>
        <p:sp>
          <p:nvSpPr>
            <p:cNvPr id="894" name="Google Shape;894;p16"/>
            <p:cNvSpPr txBox="1"/>
            <p:nvPr/>
          </p:nvSpPr>
          <p:spPr>
            <a:xfrm>
              <a:off x="2983201" y="7873950"/>
              <a:ext cx="14232300" cy="6465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None/>
              </a:pPr>
              <a:r>
                <a:rPr lang="en-US" sz="4200">
                  <a:solidFill>
                    <a:schemeClr val="dk1"/>
                  </a:solidFill>
                  <a:latin typeface="Verdana"/>
                  <a:ea typeface="Verdana"/>
                  <a:cs typeface="Verdana"/>
                  <a:sym typeface="Verdana"/>
                </a:rPr>
                <a:t>Creates a variable</a:t>
              </a:r>
              <a:endParaRPr sz="4200">
                <a:solidFill>
                  <a:schemeClr val="dk1"/>
                </a:solidFill>
                <a:latin typeface="Verdana"/>
                <a:ea typeface="Verdana"/>
                <a:cs typeface="Verdana"/>
                <a:sym typeface="Verdana"/>
              </a:endParaRPr>
            </a:p>
          </p:txBody>
        </p:sp>
      </p:grpSp>
      <p:sp>
        <p:nvSpPr>
          <p:cNvPr id="895" name="Google Shape;895;p16"/>
          <p:cNvSpPr txBox="1"/>
          <p:nvPr/>
        </p:nvSpPr>
        <p:spPr>
          <a:xfrm>
            <a:off x="3824266" y="814076"/>
            <a:ext cx="9494700" cy="1539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0000">
                <a:solidFill>
                  <a:srgbClr val="393A3F"/>
                </a:solidFill>
                <a:latin typeface="Anton"/>
                <a:ea typeface="Anton"/>
                <a:cs typeface="Anton"/>
                <a:sym typeface="Anton"/>
              </a:rPr>
              <a:t>Quick Refresher</a:t>
            </a:r>
            <a:endParaRPr sz="10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8"/>
                                        </p:tgtEl>
                                        <p:attrNameLst>
                                          <p:attrName>style.visibility</p:attrName>
                                        </p:attrNameLst>
                                      </p:cBhvr>
                                      <p:to>
                                        <p:strVal val="visible"/>
                                      </p:to>
                                    </p:set>
                                    <p:animEffect filter="fade" transition="in">
                                      <p:cBhvr>
                                        <p:cTn dur="1000"/>
                                        <p:tgtEl>
                                          <p:spTgt spid="8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59"/>
                                        </p:tgtEl>
                                        <p:attrNameLst>
                                          <p:attrName>style.visibility</p:attrName>
                                        </p:attrNameLst>
                                      </p:cBhvr>
                                      <p:to>
                                        <p:strVal val="visible"/>
                                      </p:to>
                                    </p:set>
                                    <p:anim calcmode="lin" valueType="num">
                                      <p:cBhvr additive="base">
                                        <p:cTn dur="1000"/>
                                        <p:tgtEl>
                                          <p:spTgt spid="85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77"/>
                                        </p:tgtEl>
                                        <p:attrNameLst>
                                          <p:attrName>style.visibility</p:attrName>
                                        </p:attrNameLst>
                                      </p:cBhvr>
                                      <p:to>
                                        <p:strVal val="visible"/>
                                      </p:to>
                                    </p:set>
                                    <p:anim calcmode="lin" valueType="num">
                                      <p:cBhvr additive="base">
                                        <p:cTn dur="1000"/>
                                        <p:tgtEl>
                                          <p:spTgt spid="8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68"/>
                                        </p:tgtEl>
                                        <p:attrNameLst>
                                          <p:attrName>style.visibility</p:attrName>
                                        </p:attrNameLst>
                                      </p:cBhvr>
                                      <p:to>
                                        <p:strVal val="visible"/>
                                      </p:to>
                                    </p:set>
                                    <p:anim calcmode="lin" valueType="num">
                                      <p:cBhvr additive="base">
                                        <p:cTn dur="1000"/>
                                        <p:tgtEl>
                                          <p:spTgt spid="86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886"/>
                                        </p:tgtEl>
                                        <p:attrNameLst>
                                          <p:attrName>style.visibility</p:attrName>
                                        </p:attrNameLst>
                                      </p:cBhvr>
                                      <p:to>
                                        <p:strVal val="visible"/>
                                      </p:to>
                                    </p:set>
                                    <p:anim calcmode="lin" valueType="num">
                                      <p:cBhvr additive="base">
                                        <p:cTn dur="1000"/>
                                        <p:tgtEl>
                                          <p:spTgt spid="88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2"/>
                                        </p:tgtEl>
                                        <p:attrNameLst>
                                          <p:attrName>style.visibility</p:attrName>
                                        </p:attrNameLst>
                                      </p:cBhvr>
                                      <p:to>
                                        <p:strVal val="visible"/>
                                      </p:to>
                                    </p:set>
                                    <p:animEffect filter="fade" transition="in">
                                      <p:cBhvr>
                                        <p:cTn dur="1000"/>
                                        <p:tgtEl>
                                          <p:spTgt spid="8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899" name="Shape 899"/>
        <p:cNvGrpSpPr/>
        <p:nvPr/>
      </p:nvGrpSpPr>
      <p:grpSpPr>
        <a:xfrm>
          <a:off x="0" y="0"/>
          <a:ext cx="0" cy="0"/>
          <a:chOff x="0" y="0"/>
          <a:chExt cx="0" cy="0"/>
        </a:xfrm>
      </p:grpSpPr>
      <p:sp>
        <p:nvSpPr>
          <p:cNvPr id="900" name="Google Shape;900;p17"/>
          <p:cNvSpPr txBox="1"/>
          <p:nvPr/>
        </p:nvSpPr>
        <p:spPr>
          <a:xfrm>
            <a:off x="709950" y="4148362"/>
            <a:ext cx="16868100" cy="38604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200"/>
              </a:spcBef>
              <a:spcAft>
                <a:spcPts val="1200"/>
              </a:spcAft>
              <a:buNone/>
            </a:pPr>
            <a:r>
              <a:rPr lang="en-US" sz="7600">
                <a:solidFill>
                  <a:schemeClr val="dk1"/>
                </a:solidFill>
                <a:latin typeface="Verdana"/>
                <a:ea typeface="Verdana"/>
                <a:cs typeface="Verdana"/>
                <a:sym typeface="Verdana"/>
              </a:rPr>
              <a:t>Worked on and did shared of our “Choose Your Own Adventure” Project</a:t>
            </a:r>
            <a:endParaRPr sz="7600">
              <a:solidFill>
                <a:schemeClr val="dk1"/>
              </a:solidFill>
              <a:latin typeface="Verdana"/>
              <a:ea typeface="Verdana"/>
              <a:cs typeface="Verdana"/>
              <a:sym typeface="Verdana"/>
            </a:endParaRPr>
          </a:p>
        </p:txBody>
      </p:sp>
      <p:grpSp>
        <p:nvGrpSpPr>
          <p:cNvPr id="901" name="Google Shape;901;p17"/>
          <p:cNvGrpSpPr/>
          <p:nvPr/>
        </p:nvGrpSpPr>
        <p:grpSpPr>
          <a:xfrm>
            <a:off x="1138275" y="864982"/>
            <a:ext cx="2065578" cy="1437506"/>
            <a:chOff x="0" y="-47625"/>
            <a:chExt cx="544017" cy="378600"/>
          </a:xfrm>
        </p:grpSpPr>
        <p:sp>
          <p:nvSpPr>
            <p:cNvPr id="902" name="Google Shape;902;p17"/>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17"/>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04" name="Google Shape;904;p17"/>
          <p:cNvGrpSpPr/>
          <p:nvPr/>
        </p:nvGrpSpPr>
        <p:grpSpPr>
          <a:xfrm>
            <a:off x="1247850" y="688914"/>
            <a:ext cx="2065578" cy="1437506"/>
            <a:chOff x="0" y="-47625"/>
            <a:chExt cx="544017" cy="378600"/>
          </a:xfrm>
        </p:grpSpPr>
        <p:sp>
          <p:nvSpPr>
            <p:cNvPr id="905" name="Google Shape;905;p17"/>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17"/>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07" name="Google Shape;907;p17"/>
          <p:cNvSpPr txBox="1"/>
          <p:nvPr/>
        </p:nvSpPr>
        <p:spPr>
          <a:xfrm>
            <a:off x="1827554" y="922110"/>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2</a:t>
            </a:r>
            <a:endParaRPr/>
          </a:p>
        </p:txBody>
      </p:sp>
      <p:grpSp>
        <p:nvGrpSpPr>
          <p:cNvPr id="908" name="Google Shape;908;p17"/>
          <p:cNvGrpSpPr/>
          <p:nvPr/>
        </p:nvGrpSpPr>
        <p:grpSpPr>
          <a:xfrm>
            <a:off x="12317278" y="107737"/>
            <a:ext cx="5851052" cy="1310243"/>
            <a:chOff x="2" y="-564"/>
            <a:chExt cx="7801403" cy="1746991"/>
          </a:xfrm>
        </p:grpSpPr>
        <p:grpSp>
          <p:nvGrpSpPr>
            <p:cNvPr id="909" name="Google Shape;909;p17"/>
            <p:cNvGrpSpPr/>
            <p:nvPr/>
          </p:nvGrpSpPr>
          <p:grpSpPr>
            <a:xfrm rot="10800000">
              <a:off x="5628043" y="1225496"/>
              <a:ext cx="2173362" cy="520931"/>
              <a:chOff x="0" y="-47625"/>
              <a:chExt cx="429306" cy="102900"/>
            </a:xfrm>
          </p:grpSpPr>
          <p:sp>
            <p:nvSpPr>
              <p:cNvPr id="910" name="Google Shape;910;p17"/>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17"/>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12" name="Google Shape;912;p17"/>
            <p:cNvGrpSpPr/>
            <p:nvPr/>
          </p:nvGrpSpPr>
          <p:grpSpPr>
            <a:xfrm rot="10800000">
              <a:off x="3056329" y="1225496"/>
              <a:ext cx="2173362" cy="520931"/>
              <a:chOff x="0" y="-47625"/>
              <a:chExt cx="429306" cy="102900"/>
            </a:xfrm>
          </p:grpSpPr>
          <p:sp>
            <p:nvSpPr>
              <p:cNvPr id="913" name="Google Shape;913;p17"/>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17"/>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15" name="Google Shape;915;p17"/>
            <p:cNvGrpSpPr/>
            <p:nvPr/>
          </p:nvGrpSpPr>
          <p:grpSpPr>
            <a:xfrm rot="10800000">
              <a:off x="4282710" y="409333"/>
              <a:ext cx="2173362" cy="520931"/>
              <a:chOff x="0" y="-47625"/>
              <a:chExt cx="429306" cy="102900"/>
            </a:xfrm>
          </p:grpSpPr>
          <p:sp>
            <p:nvSpPr>
              <p:cNvPr id="916" name="Google Shape;916;p17"/>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17"/>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18" name="Google Shape;918;p17"/>
            <p:cNvGrpSpPr/>
            <p:nvPr/>
          </p:nvGrpSpPr>
          <p:grpSpPr>
            <a:xfrm rot="10800000">
              <a:off x="1969648" y="420756"/>
              <a:ext cx="2173362" cy="520931"/>
              <a:chOff x="0" y="-47625"/>
              <a:chExt cx="429306" cy="102900"/>
            </a:xfrm>
          </p:grpSpPr>
          <p:sp>
            <p:nvSpPr>
              <p:cNvPr id="919" name="Google Shape;919;p17"/>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17"/>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21" name="Google Shape;921;p17"/>
            <p:cNvGrpSpPr/>
            <p:nvPr/>
          </p:nvGrpSpPr>
          <p:grpSpPr>
            <a:xfrm rot="10800000">
              <a:off x="1295727" y="1225496"/>
              <a:ext cx="1191034" cy="520931"/>
              <a:chOff x="0" y="-47625"/>
              <a:chExt cx="235266" cy="102900"/>
            </a:xfrm>
          </p:grpSpPr>
          <p:sp>
            <p:nvSpPr>
              <p:cNvPr id="922" name="Google Shape;922;p17"/>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17"/>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24" name="Google Shape;924;p17"/>
            <p:cNvGrpSpPr/>
            <p:nvPr/>
          </p:nvGrpSpPr>
          <p:grpSpPr>
            <a:xfrm rot="10800000">
              <a:off x="2" y="420756"/>
              <a:ext cx="1191034" cy="520931"/>
              <a:chOff x="0" y="-47625"/>
              <a:chExt cx="235266" cy="102900"/>
            </a:xfrm>
          </p:grpSpPr>
          <p:sp>
            <p:nvSpPr>
              <p:cNvPr id="925" name="Google Shape;925;p17"/>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17"/>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27" name="Google Shape;927;p17"/>
            <p:cNvGrpSpPr/>
            <p:nvPr/>
          </p:nvGrpSpPr>
          <p:grpSpPr>
            <a:xfrm rot="10800000">
              <a:off x="6598555" y="420693"/>
              <a:ext cx="1202850" cy="498150"/>
              <a:chOff x="0" y="-47625"/>
              <a:chExt cx="237600" cy="98400"/>
            </a:xfrm>
          </p:grpSpPr>
          <p:sp>
            <p:nvSpPr>
              <p:cNvPr id="928" name="Google Shape;928;p17"/>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17"/>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30" name="Google Shape;930;p17"/>
            <p:cNvGrpSpPr/>
            <p:nvPr/>
          </p:nvGrpSpPr>
          <p:grpSpPr>
            <a:xfrm rot="10800000">
              <a:off x="3423956" y="819231"/>
              <a:ext cx="4377448" cy="520931"/>
              <a:chOff x="0" y="-47625"/>
              <a:chExt cx="864681" cy="102900"/>
            </a:xfrm>
          </p:grpSpPr>
          <p:sp>
            <p:nvSpPr>
              <p:cNvPr id="931" name="Google Shape;931;p17"/>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17"/>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33" name="Google Shape;933;p17"/>
            <p:cNvGrpSpPr/>
            <p:nvPr/>
          </p:nvGrpSpPr>
          <p:grpSpPr>
            <a:xfrm rot="10800000">
              <a:off x="3423956" y="-564"/>
              <a:ext cx="4377448" cy="520931"/>
              <a:chOff x="0" y="-47625"/>
              <a:chExt cx="864681" cy="102900"/>
            </a:xfrm>
          </p:grpSpPr>
          <p:sp>
            <p:nvSpPr>
              <p:cNvPr id="934" name="Google Shape;934;p17"/>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17"/>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936" name="Google Shape;936;p17"/>
          <p:cNvSpPr txBox="1"/>
          <p:nvPr/>
        </p:nvSpPr>
        <p:spPr>
          <a:xfrm>
            <a:off x="3824266" y="814076"/>
            <a:ext cx="9494700" cy="1539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0000">
                <a:solidFill>
                  <a:srgbClr val="393A3F"/>
                </a:solidFill>
                <a:latin typeface="Anton"/>
                <a:ea typeface="Anton"/>
                <a:cs typeface="Anton"/>
                <a:sym typeface="Anton"/>
              </a:rPr>
              <a:t>Last Week Recap</a:t>
            </a:r>
            <a:endParaRPr sz="10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940" name="Shape 940"/>
        <p:cNvGrpSpPr/>
        <p:nvPr/>
      </p:nvGrpSpPr>
      <p:grpSpPr>
        <a:xfrm>
          <a:off x="0" y="0"/>
          <a:ext cx="0" cy="0"/>
          <a:chOff x="0" y="0"/>
          <a:chExt cx="0" cy="0"/>
        </a:xfrm>
      </p:grpSpPr>
      <p:grpSp>
        <p:nvGrpSpPr>
          <p:cNvPr id="941" name="Google Shape;941;p18"/>
          <p:cNvGrpSpPr/>
          <p:nvPr/>
        </p:nvGrpSpPr>
        <p:grpSpPr>
          <a:xfrm flipH="1" rot="10800000">
            <a:off x="417483" y="241933"/>
            <a:ext cx="5851052" cy="1310243"/>
            <a:chOff x="0" y="-241102"/>
            <a:chExt cx="7801402" cy="1746991"/>
          </a:xfrm>
        </p:grpSpPr>
        <p:grpSp>
          <p:nvGrpSpPr>
            <p:cNvPr id="942" name="Google Shape;942;p18"/>
            <p:cNvGrpSpPr/>
            <p:nvPr/>
          </p:nvGrpSpPr>
          <p:grpSpPr>
            <a:xfrm>
              <a:off x="0" y="-241102"/>
              <a:ext cx="2173362" cy="520931"/>
              <a:chOff x="0" y="-47625"/>
              <a:chExt cx="429306" cy="102900"/>
            </a:xfrm>
          </p:grpSpPr>
          <p:sp>
            <p:nvSpPr>
              <p:cNvPr id="943" name="Google Shape;943;p18"/>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18"/>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45" name="Google Shape;945;p18"/>
            <p:cNvGrpSpPr/>
            <p:nvPr/>
          </p:nvGrpSpPr>
          <p:grpSpPr>
            <a:xfrm>
              <a:off x="2571714" y="-241102"/>
              <a:ext cx="2173362" cy="520931"/>
              <a:chOff x="0" y="-47625"/>
              <a:chExt cx="429306" cy="102900"/>
            </a:xfrm>
          </p:grpSpPr>
          <p:sp>
            <p:nvSpPr>
              <p:cNvPr id="946" name="Google Shape;946;p18"/>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18"/>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48" name="Google Shape;948;p18"/>
            <p:cNvGrpSpPr/>
            <p:nvPr/>
          </p:nvGrpSpPr>
          <p:grpSpPr>
            <a:xfrm>
              <a:off x="1345333" y="575061"/>
              <a:ext cx="2173362" cy="520931"/>
              <a:chOff x="0" y="-47625"/>
              <a:chExt cx="429306" cy="102900"/>
            </a:xfrm>
          </p:grpSpPr>
          <p:sp>
            <p:nvSpPr>
              <p:cNvPr id="949" name="Google Shape;949;p18"/>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18"/>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51" name="Google Shape;951;p18"/>
            <p:cNvGrpSpPr/>
            <p:nvPr/>
          </p:nvGrpSpPr>
          <p:grpSpPr>
            <a:xfrm>
              <a:off x="3658396" y="563639"/>
              <a:ext cx="2173362" cy="520931"/>
              <a:chOff x="0" y="-47625"/>
              <a:chExt cx="429306" cy="102900"/>
            </a:xfrm>
          </p:grpSpPr>
          <p:sp>
            <p:nvSpPr>
              <p:cNvPr id="952" name="Google Shape;952;p18"/>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18"/>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54" name="Google Shape;954;p18"/>
            <p:cNvGrpSpPr/>
            <p:nvPr/>
          </p:nvGrpSpPr>
          <p:grpSpPr>
            <a:xfrm>
              <a:off x="5314643" y="-241102"/>
              <a:ext cx="1191034" cy="520931"/>
              <a:chOff x="0" y="-47625"/>
              <a:chExt cx="235266" cy="102900"/>
            </a:xfrm>
          </p:grpSpPr>
          <p:sp>
            <p:nvSpPr>
              <p:cNvPr id="955" name="Google Shape;955;p18"/>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18"/>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57" name="Google Shape;957;p18"/>
            <p:cNvGrpSpPr/>
            <p:nvPr/>
          </p:nvGrpSpPr>
          <p:grpSpPr>
            <a:xfrm>
              <a:off x="6610368" y="563639"/>
              <a:ext cx="1191034" cy="520931"/>
              <a:chOff x="0" y="-47625"/>
              <a:chExt cx="235266" cy="102900"/>
            </a:xfrm>
          </p:grpSpPr>
          <p:sp>
            <p:nvSpPr>
              <p:cNvPr id="958" name="Google Shape;958;p18"/>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18"/>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60" name="Google Shape;960;p18"/>
            <p:cNvGrpSpPr/>
            <p:nvPr/>
          </p:nvGrpSpPr>
          <p:grpSpPr>
            <a:xfrm>
              <a:off x="0" y="586483"/>
              <a:ext cx="1202850" cy="498150"/>
              <a:chOff x="0" y="-47625"/>
              <a:chExt cx="237600" cy="98400"/>
            </a:xfrm>
          </p:grpSpPr>
          <p:sp>
            <p:nvSpPr>
              <p:cNvPr id="961" name="Google Shape;961;p18"/>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18"/>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63" name="Google Shape;963;p18"/>
            <p:cNvGrpSpPr/>
            <p:nvPr/>
          </p:nvGrpSpPr>
          <p:grpSpPr>
            <a:xfrm>
              <a:off x="0" y="165164"/>
              <a:ext cx="4377448" cy="520931"/>
              <a:chOff x="0" y="-47625"/>
              <a:chExt cx="864681" cy="102900"/>
            </a:xfrm>
          </p:grpSpPr>
          <p:sp>
            <p:nvSpPr>
              <p:cNvPr id="964" name="Google Shape;964;p18"/>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18"/>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66" name="Google Shape;966;p18"/>
            <p:cNvGrpSpPr/>
            <p:nvPr/>
          </p:nvGrpSpPr>
          <p:grpSpPr>
            <a:xfrm>
              <a:off x="0" y="984958"/>
              <a:ext cx="4377448" cy="520931"/>
              <a:chOff x="0" y="-47625"/>
              <a:chExt cx="864681" cy="102900"/>
            </a:xfrm>
          </p:grpSpPr>
          <p:sp>
            <p:nvSpPr>
              <p:cNvPr id="967" name="Google Shape;967;p18"/>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18"/>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969" name="Google Shape;969;p18"/>
          <p:cNvGrpSpPr/>
          <p:nvPr/>
        </p:nvGrpSpPr>
        <p:grpSpPr>
          <a:xfrm>
            <a:off x="3650325" y="4320457"/>
            <a:ext cx="2065578" cy="1437506"/>
            <a:chOff x="0" y="-47625"/>
            <a:chExt cx="544017" cy="378600"/>
          </a:xfrm>
        </p:grpSpPr>
        <p:sp>
          <p:nvSpPr>
            <p:cNvPr id="970" name="Google Shape;970;p18"/>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18"/>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72" name="Google Shape;972;p18"/>
          <p:cNvGrpSpPr/>
          <p:nvPr/>
        </p:nvGrpSpPr>
        <p:grpSpPr>
          <a:xfrm>
            <a:off x="3759900" y="4144389"/>
            <a:ext cx="2065578" cy="1437506"/>
            <a:chOff x="0" y="-47625"/>
            <a:chExt cx="544017" cy="378600"/>
          </a:xfrm>
        </p:grpSpPr>
        <p:sp>
          <p:nvSpPr>
            <p:cNvPr id="973" name="Google Shape;973;p18"/>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18"/>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75" name="Google Shape;975;p18"/>
          <p:cNvSpPr txBox="1"/>
          <p:nvPr/>
        </p:nvSpPr>
        <p:spPr>
          <a:xfrm>
            <a:off x="6314175" y="4176963"/>
            <a:ext cx="8323500" cy="1924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2500">
                <a:solidFill>
                  <a:srgbClr val="393A3F"/>
                </a:solidFill>
                <a:latin typeface="Anton"/>
                <a:ea typeface="Anton"/>
                <a:cs typeface="Anton"/>
                <a:sym typeface="Anton"/>
              </a:rPr>
              <a:t>For Loops</a:t>
            </a:r>
            <a:endParaRPr/>
          </a:p>
        </p:txBody>
      </p:sp>
      <p:sp>
        <p:nvSpPr>
          <p:cNvPr id="976" name="Google Shape;976;p18"/>
          <p:cNvSpPr txBox="1"/>
          <p:nvPr/>
        </p:nvSpPr>
        <p:spPr>
          <a:xfrm>
            <a:off x="4339604" y="4377585"/>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3</a:t>
            </a:r>
            <a:endParaRPr/>
          </a:p>
        </p:txBody>
      </p:sp>
      <p:pic>
        <p:nvPicPr>
          <p:cNvPr id="977" name="Google Shape;977;p18"/>
          <p:cNvPicPr preferRelativeResize="0"/>
          <p:nvPr/>
        </p:nvPicPr>
        <p:blipFill rotWithShape="1">
          <a:blip r:embed="rId3">
            <a:alphaModFix/>
          </a:blip>
          <a:srcRect b="8319" l="14059" r="12599" t="11060"/>
          <a:stretch/>
        </p:blipFill>
        <p:spPr>
          <a:xfrm rot="1332031">
            <a:off x="13070203" y="5245480"/>
            <a:ext cx="4234696" cy="465471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981" name="Shape 981"/>
        <p:cNvGrpSpPr/>
        <p:nvPr/>
      </p:nvGrpSpPr>
      <p:grpSpPr>
        <a:xfrm>
          <a:off x="0" y="0"/>
          <a:ext cx="0" cy="0"/>
          <a:chOff x="0" y="0"/>
          <a:chExt cx="0" cy="0"/>
        </a:xfrm>
      </p:grpSpPr>
      <p:grpSp>
        <p:nvGrpSpPr>
          <p:cNvPr id="982" name="Google Shape;982;p19"/>
          <p:cNvGrpSpPr/>
          <p:nvPr/>
        </p:nvGrpSpPr>
        <p:grpSpPr>
          <a:xfrm>
            <a:off x="1138275" y="864982"/>
            <a:ext cx="2065578" cy="1437506"/>
            <a:chOff x="0" y="-47625"/>
            <a:chExt cx="544017" cy="378600"/>
          </a:xfrm>
        </p:grpSpPr>
        <p:sp>
          <p:nvSpPr>
            <p:cNvPr id="983" name="Google Shape;983;p19"/>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19"/>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85" name="Google Shape;985;p19"/>
          <p:cNvGrpSpPr/>
          <p:nvPr/>
        </p:nvGrpSpPr>
        <p:grpSpPr>
          <a:xfrm>
            <a:off x="1247850" y="688914"/>
            <a:ext cx="2065578" cy="1437506"/>
            <a:chOff x="0" y="-47625"/>
            <a:chExt cx="544017" cy="378600"/>
          </a:xfrm>
        </p:grpSpPr>
        <p:sp>
          <p:nvSpPr>
            <p:cNvPr id="986" name="Google Shape;986;p19"/>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19"/>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988" name="Google Shape;988;p19"/>
          <p:cNvSpPr txBox="1"/>
          <p:nvPr/>
        </p:nvSpPr>
        <p:spPr>
          <a:xfrm>
            <a:off x="3802125" y="721500"/>
            <a:ext cx="10980900" cy="1923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2500">
                <a:solidFill>
                  <a:srgbClr val="393A3F"/>
                </a:solidFill>
                <a:latin typeface="Anton"/>
                <a:ea typeface="Anton"/>
                <a:cs typeface="Anton"/>
                <a:sym typeface="Anton"/>
              </a:rPr>
              <a:t>For Loops</a:t>
            </a:r>
            <a:endParaRPr/>
          </a:p>
        </p:txBody>
      </p:sp>
      <p:sp>
        <p:nvSpPr>
          <p:cNvPr id="989" name="Google Shape;989;p19"/>
          <p:cNvSpPr txBox="1"/>
          <p:nvPr/>
        </p:nvSpPr>
        <p:spPr>
          <a:xfrm>
            <a:off x="1827554" y="922110"/>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3</a:t>
            </a:r>
            <a:endParaRPr/>
          </a:p>
        </p:txBody>
      </p:sp>
      <p:grpSp>
        <p:nvGrpSpPr>
          <p:cNvPr id="990" name="Google Shape;990;p19"/>
          <p:cNvGrpSpPr/>
          <p:nvPr/>
        </p:nvGrpSpPr>
        <p:grpSpPr>
          <a:xfrm>
            <a:off x="12026228" y="211537"/>
            <a:ext cx="5851052" cy="1310243"/>
            <a:chOff x="2" y="-564"/>
            <a:chExt cx="7801403" cy="1746991"/>
          </a:xfrm>
        </p:grpSpPr>
        <p:grpSp>
          <p:nvGrpSpPr>
            <p:cNvPr id="991" name="Google Shape;991;p19"/>
            <p:cNvGrpSpPr/>
            <p:nvPr/>
          </p:nvGrpSpPr>
          <p:grpSpPr>
            <a:xfrm rot="10800000">
              <a:off x="5628043" y="1225496"/>
              <a:ext cx="2173362" cy="520931"/>
              <a:chOff x="0" y="-47625"/>
              <a:chExt cx="429306" cy="102900"/>
            </a:xfrm>
          </p:grpSpPr>
          <p:sp>
            <p:nvSpPr>
              <p:cNvPr id="992" name="Google Shape;992;p19"/>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19"/>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94" name="Google Shape;994;p19"/>
            <p:cNvGrpSpPr/>
            <p:nvPr/>
          </p:nvGrpSpPr>
          <p:grpSpPr>
            <a:xfrm rot="10800000">
              <a:off x="3056329" y="1225496"/>
              <a:ext cx="2173362" cy="520931"/>
              <a:chOff x="0" y="-47625"/>
              <a:chExt cx="429306" cy="102900"/>
            </a:xfrm>
          </p:grpSpPr>
          <p:sp>
            <p:nvSpPr>
              <p:cNvPr id="995" name="Google Shape;995;p19"/>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19"/>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997" name="Google Shape;997;p19"/>
            <p:cNvGrpSpPr/>
            <p:nvPr/>
          </p:nvGrpSpPr>
          <p:grpSpPr>
            <a:xfrm rot="10800000">
              <a:off x="4282710" y="409333"/>
              <a:ext cx="2173362" cy="520931"/>
              <a:chOff x="0" y="-47625"/>
              <a:chExt cx="429306" cy="102900"/>
            </a:xfrm>
          </p:grpSpPr>
          <p:sp>
            <p:nvSpPr>
              <p:cNvPr id="998" name="Google Shape;998;p19"/>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19"/>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00" name="Google Shape;1000;p19"/>
            <p:cNvGrpSpPr/>
            <p:nvPr/>
          </p:nvGrpSpPr>
          <p:grpSpPr>
            <a:xfrm rot="10800000">
              <a:off x="1969648" y="420756"/>
              <a:ext cx="2173362" cy="520931"/>
              <a:chOff x="0" y="-47625"/>
              <a:chExt cx="429306" cy="102900"/>
            </a:xfrm>
          </p:grpSpPr>
          <p:sp>
            <p:nvSpPr>
              <p:cNvPr id="1001" name="Google Shape;1001;p19"/>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19"/>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03" name="Google Shape;1003;p19"/>
            <p:cNvGrpSpPr/>
            <p:nvPr/>
          </p:nvGrpSpPr>
          <p:grpSpPr>
            <a:xfrm rot="10800000">
              <a:off x="1295727" y="1225496"/>
              <a:ext cx="1191034" cy="520931"/>
              <a:chOff x="0" y="-47625"/>
              <a:chExt cx="235266" cy="102900"/>
            </a:xfrm>
          </p:grpSpPr>
          <p:sp>
            <p:nvSpPr>
              <p:cNvPr id="1004" name="Google Shape;1004;p19"/>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19"/>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06" name="Google Shape;1006;p19"/>
            <p:cNvGrpSpPr/>
            <p:nvPr/>
          </p:nvGrpSpPr>
          <p:grpSpPr>
            <a:xfrm rot="10800000">
              <a:off x="2" y="420756"/>
              <a:ext cx="1191034" cy="520931"/>
              <a:chOff x="0" y="-47625"/>
              <a:chExt cx="235266" cy="102900"/>
            </a:xfrm>
          </p:grpSpPr>
          <p:sp>
            <p:nvSpPr>
              <p:cNvPr id="1007" name="Google Shape;1007;p19"/>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19"/>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09" name="Google Shape;1009;p19"/>
            <p:cNvGrpSpPr/>
            <p:nvPr/>
          </p:nvGrpSpPr>
          <p:grpSpPr>
            <a:xfrm rot="10800000">
              <a:off x="6598555" y="420693"/>
              <a:ext cx="1202850" cy="498150"/>
              <a:chOff x="0" y="-47625"/>
              <a:chExt cx="237600" cy="98400"/>
            </a:xfrm>
          </p:grpSpPr>
          <p:sp>
            <p:nvSpPr>
              <p:cNvPr id="1010" name="Google Shape;1010;p19"/>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19"/>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12" name="Google Shape;1012;p19"/>
            <p:cNvGrpSpPr/>
            <p:nvPr/>
          </p:nvGrpSpPr>
          <p:grpSpPr>
            <a:xfrm rot="10800000">
              <a:off x="3423956" y="819231"/>
              <a:ext cx="4377448" cy="520931"/>
              <a:chOff x="0" y="-47625"/>
              <a:chExt cx="864681" cy="102900"/>
            </a:xfrm>
          </p:grpSpPr>
          <p:sp>
            <p:nvSpPr>
              <p:cNvPr id="1013" name="Google Shape;1013;p19"/>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19"/>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15" name="Google Shape;1015;p19"/>
            <p:cNvGrpSpPr/>
            <p:nvPr/>
          </p:nvGrpSpPr>
          <p:grpSpPr>
            <a:xfrm rot="10800000">
              <a:off x="3423956" y="-564"/>
              <a:ext cx="4377448" cy="520931"/>
              <a:chOff x="0" y="-47625"/>
              <a:chExt cx="864681" cy="102900"/>
            </a:xfrm>
          </p:grpSpPr>
          <p:sp>
            <p:nvSpPr>
              <p:cNvPr id="1016" name="Google Shape;1016;p19"/>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19"/>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018" name="Google Shape;1018;p19"/>
          <p:cNvSpPr txBox="1"/>
          <p:nvPr/>
        </p:nvSpPr>
        <p:spPr>
          <a:xfrm>
            <a:off x="1138275" y="3141050"/>
            <a:ext cx="13899000" cy="6134700"/>
          </a:xfrm>
          <a:prstGeom prst="rect">
            <a:avLst/>
          </a:prstGeom>
          <a:noFill/>
          <a:ln>
            <a:noFill/>
          </a:ln>
        </p:spPr>
        <p:txBody>
          <a:bodyPr anchorCtr="0" anchor="t" bIns="0" lIns="0" spcFirstLastPara="1" rIns="0" wrap="square" tIns="0">
            <a:noAutofit/>
          </a:bodyPr>
          <a:lstStyle/>
          <a:p>
            <a:pPr indent="-476250" lvl="0" marL="457200" rtl="0" algn="l">
              <a:lnSpc>
                <a:spcPct val="115000"/>
              </a:lnSpc>
              <a:spcBef>
                <a:spcPts val="1200"/>
              </a:spcBef>
              <a:spcAft>
                <a:spcPts val="0"/>
              </a:spcAft>
              <a:buClr>
                <a:schemeClr val="dk1"/>
              </a:buClr>
              <a:buSzPts val="3900"/>
              <a:buFont typeface="Verdana"/>
              <a:buChar char="●"/>
            </a:pPr>
            <a:r>
              <a:rPr lang="en-US" sz="3900">
                <a:solidFill>
                  <a:schemeClr val="dk1"/>
                </a:solidFill>
                <a:latin typeface="Verdana"/>
                <a:ea typeface="Verdana"/>
                <a:cs typeface="Verdana"/>
                <a:sym typeface="Verdana"/>
              </a:rPr>
              <a:t>A For Loop is a statement that can be used to repeat a block of code a certain number of times </a:t>
            </a:r>
            <a:br>
              <a:rPr lang="en-US" sz="3900">
                <a:solidFill>
                  <a:schemeClr val="dk1"/>
                </a:solidFill>
                <a:latin typeface="Verdana"/>
                <a:ea typeface="Verdana"/>
                <a:cs typeface="Verdana"/>
                <a:sym typeface="Verdana"/>
              </a:rPr>
            </a:br>
            <a:endParaRPr sz="1900">
              <a:solidFill>
                <a:schemeClr val="dk1"/>
              </a:solidFill>
              <a:latin typeface="Verdana"/>
              <a:ea typeface="Verdana"/>
              <a:cs typeface="Verdana"/>
              <a:sym typeface="Verdana"/>
            </a:endParaRPr>
          </a:p>
          <a:p>
            <a:pPr indent="-476250" lvl="0" marL="457200" rtl="0" algn="l">
              <a:lnSpc>
                <a:spcPct val="115000"/>
              </a:lnSpc>
              <a:spcBef>
                <a:spcPts val="0"/>
              </a:spcBef>
              <a:spcAft>
                <a:spcPts val="0"/>
              </a:spcAft>
              <a:buClr>
                <a:schemeClr val="dk1"/>
              </a:buClr>
              <a:buSzPts val="3900"/>
              <a:buFont typeface="Verdana"/>
              <a:buChar char="●"/>
            </a:pPr>
            <a:r>
              <a:rPr lang="en-US" sz="3900">
                <a:solidFill>
                  <a:schemeClr val="dk1"/>
                </a:solidFill>
                <a:latin typeface="Verdana"/>
                <a:ea typeface="Verdana"/>
                <a:cs typeface="Verdana"/>
                <a:sym typeface="Verdana"/>
              </a:rPr>
              <a:t>It can also iterate over data types like strings and lists – we’ll talk about this later!</a:t>
            </a:r>
            <a:endParaRPr sz="4400">
              <a:solidFill>
                <a:schemeClr val="dk1"/>
              </a:solidFill>
              <a:latin typeface="Verdana"/>
              <a:ea typeface="Verdana"/>
              <a:cs typeface="Verdana"/>
              <a:sym typeface="Verdana"/>
            </a:endParaRPr>
          </a:p>
        </p:txBody>
      </p:sp>
      <p:pic>
        <p:nvPicPr>
          <p:cNvPr id="1019" name="Google Shape;1019;p19"/>
          <p:cNvPicPr preferRelativeResize="0"/>
          <p:nvPr/>
        </p:nvPicPr>
        <p:blipFill rotWithShape="1">
          <a:blip r:embed="rId3">
            <a:alphaModFix/>
          </a:blip>
          <a:srcRect b="34217" l="0" r="0" t="22148"/>
          <a:stretch/>
        </p:blipFill>
        <p:spPr>
          <a:xfrm>
            <a:off x="3554463" y="6162422"/>
            <a:ext cx="11476225" cy="311333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1023" name="Shape 1023"/>
        <p:cNvGrpSpPr/>
        <p:nvPr/>
      </p:nvGrpSpPr>
      <p:grpSpPr>
        <a:xfrm>
          <a:off x="0" y="0"/>
          <a:ext cx="0" cy="0"/>
          <a:chOff x="0" y="0"/>
          <a:chExt cx="0" cy="0"/>
        </a:xfrm>
      </p:grpSpPr>
      <p:grpSp>
        <p:nvGrpSpPr>
          <p:cNvPr id="1024" name="Google Shape;1024;p20"/>
          <p:cNvGrpSpPr/>
          <p:nvPr/>
        </p:nvGrpSpPr>
        <p:grpSpPr>
          <a:xfrm>
            <a:off x="11999778" y="8693380"/>
            <a:ext cx="5851052" cy="1310243"/>
            <a:chOff x="2" y="-564"/>
            <a:chExt cx="7801403" cy="1746991"/>
          </a:xfrm>
        </p:grpSpPr>
        <p:grpSp>
          <p:nvGrpSpPr>
            <p:cNvPr id="1025" name="Google Shape;1025;p20"/>
            <p:cNvGrpSpPr/>
            <p:nvPr/>
          </p:nvGrpSpPr>
          <p:grpSpPr>
            <a:xfrm rot="10800000">
              <a:off x="5628043" y="1225496"/>
              <a:ext cx="2173362" cy="520931"/>
              <a:chOff x="0" y="-47625"/>
              <a:chExt cx="429306" cy="102900"/>
            </a:xfrm>
          </p:grpSpPr>
          <p:sp>
            <p:nvSpPr>
              <p:cNvPr id="1026" name="Google Shape;1026;p2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28" name="Google Shape;1028;p20"/>
            <p:cNvGrpSpPr/>
            <p:nvPr/>
          </p:nvGrpSpPr>
          <p:grpSpPr>
            <a:xfrm rot="10800000">
              <a:off x="3056329" y="1225496"/>
              <a:ext cx="2173362" cy="520931"/>
              <a:chOff x="0" y="-47625"/>
              <a:chExt cx="429306" cy="102900"/>
            </a:xfrm>
          </p:grpSpPr>
          <p:sp>
            <p:nvSpPr>
              <p:cNvPr id="1029" name="Google Shape;1029;p2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31" name="Google Shape;1031;p20"/>
            <p:cNvGrpSpPr/>
            <p:nvPr/>
          </p:nvGrpSpPr>
          <p:grpSpPr>
            <a:xfrm rot="10800000">
              <a:off x="4282710" y="409333"/>
              <a:ext cx="2173362" cy="520931"/>
              <a:chOff x="0" y="-47625"/>
              <a:chExt cx="429306" cy="102900"/>
            </a:xfrm>
          </p:grpSpPr>
          <p:sp>
            <p:nvSpPr>
              <p:cNvPr id="1032" name="Google Shape;1032;p2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34" name="Google Shape;1034;p20"/>
            <p:cNvGrpSpPr/>
            <p:nvPr/>
          </p:nvGrpSpPr>
          <p:grpSpPr>
            <a:xfrm rot="10800000">
              <a:off x="1969648" y="420756"/>
              <a:ext cx="2173362" cy="520931"/>
              <a:chOff x="0" y="-47625"/>
              <a:chExt cx="429306" cy="102900"/>
            </a:xfrm>
          </p:grpSpPr>
          <p:sp>
            <p:nvSpPr>
              <p:cNvPr id="1035" name="Google Shape;1035;p2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37" name="Google Shape;1037;p20"/>
            <p:cNvGrpSpPr/>
            <p:nvPr/>
          </p:nvGrpSpPr>
          <p:grpSpPr>
            <a:xfrm rot="10800000">
              <a:off x="1295727" y="1225496"/>
              <a:ext cx="1191034" cy="520931"/>
              <a:chOff x="0" y="-47625"/>
              <a:chExt cx="235266" cy="102900"/>
            </a:xfrm>
          </p:grpSpPr>
          <p:sp>
            <p:nvSpPr>
              <p:cNvPr id="1038" name="Google Shape;1038;p20"/>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0"/>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40" name="Google Shape;1040;p20"/>
            <p:cNvGrpSpPr/>
            <p:nvPr/>
          </p:nvGrpSpPr>
          <p:grpSpPr>
            <a:xfrm rot="10800000">
              <a:off x="2" y="420756"/>
              <a:ext cx="1191034" cy="520931"/>
              <a:chOff x="0" y="-47625"/>
              <a:chExt cx="235266" cy="102900"/>
            </a:xfrm>
          </p:grpSpPr>
          <p:sp>
            <p:nvSpPr>
              <p:cNvPr id="1041" name="Google Shape;1041;p20"/>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0"/>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43" name="Google Shape;1043;p20"/>
            <p:cNvGrpSpPr/>
            <p:nvPr/>
          </p:nvGrpSpPr>
          <p:grpSpPr>
            <a:xfrm rot="10800000">
              <a:off x="6598555" y="420693"/>
              <a:ext cx="1202850" cy="498150"/>
              <a:chOff x="0" y="-47625"/>
              <a:chExt cx="237600" cy="98400"/>
            </a:xfrm>
          </p:grpSpPr>
          <p:sp>
            <p:nvSpPr>
              <p:cNvPr id="1044" name="Google Shape;1044;p20"/>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0"/>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46" name="Google Shape;1046;p20"/>
            <p:cNvGrpSpPr/>
            <p:nvPr/>
          </p:nvGrpSpPr>
          <p:grpSpPr>
            <a:xfrm rot="10800000">
              <a:off x="3423956" y="819231"/>
              <a:ext cx="4377448" cy="520931"/>
              <a:chOff x="0" y="-47625"/>
              <a:chExt cx="864681" cy="102900"/>
            </a:xfrm>
          </p:grpSpPr>
          <p:sp>
            <p:nvSpPr>
              <p:cNvPr id="1047" name="Google Shape;1047;p20"/>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8" name="Google Shape;1048;p20"/>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49" name="Google Shape;1049;p20"/>
            <p:cNvGrpSpPr/>
            <p:nvPr/>
          </p:nvGrpSpPr>
          <p:grpSpPr>
            <a:xfrm rot="10800000">
              <a:off x="3423956" y="-564"/>
              <a:ext cx="4377448" cy="520931"/>
              <a:chOff x="0" y="-47625"/>
              <a:chExt cx="864681" cy="102900"/>
            </a:xfrm>
          </p:grpSpPr>
          <p:sp>
            <p:nvSpPr>
              <p:cNvPr id="1050" name="Google Shape;1050;p20"/>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1" name="Google Shape;1051;p20"/>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052" name="Google Shape;1052;p20"/>
          <p:cNvGrpSpPr/>
          <p:nvPr/>
        </p:nvGrpSpPr>
        <p:grpSpPr>
          <a:xfrm>
            <a:off x="3650325" y="4320457"/>
            <a:ext cx="2065578" cy="1437506"/>
            <a:chOff x="0" y="-47625"/>
            <a:chExt cx="544017" cy="378600"/>
          </a:xfrm>
        </p:grpSpPr>
        <p:sp>
          <p:nvSpPr>
            <p:cNvPr id="1053" name="Google Shape;1053;p20"/>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0"/>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55" name="Google Shape;1055;p20"/>
          <p:cNvGrpSpPr/>
          <p:nvPr/>
        </p:nvGrpSpPr>
        <p:grpSpPr>
          <a:xfrm>
            <a:off x="3759900" y="4144389"/>
            <a:ext cx="2065578" cy="1437506"/>
            <a:chOff x="0" y="-47625"/>
            <a:chExt cx="544017" cy="378600"/>
          </a:xfrm>
        </p:grpSpPr>
        <p:sp>
          <p:nvSpPr>
            <p:cNvPr id="1056" name="Google Shape;1056;p20"/>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0"/>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58" name="Google Shape;1058;p20"/>
          <p:cNvSpPr txBox="1"/>
          <p:nvPr/>
        </p:nvSpPr>
        <p:spPr>
          <a:xfrm>
            <a:off x="6314175" y="4176963"/>
            <a:ext cx="8323500" cy="1924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2500">
                <a:solidFill>
                  <a:srgbClr val="393A3F"/>
                </a:solidFill>
                <a:latin typeface="Anton"/>
                <a:ea typeface="Anton"/>
                <a:cs typeface="Anton"/>
                <a:sym typeface="Anton"/>
              </a:rPr>
              <a:t>While Loops</a:t>
            </a:r>
            <a:endParaRPr/>
          </a:p>
        </p:txBody>
      </p:sp>
      <p:sp>
        <p:nvSpPr>
          <p:cNvPr id="1059" name="Google Shape;1059;p20"/>
          <p:cNvSpPr txBox="1"/>
          <p:nvPr/>
        </p:nvSpPr>
        <p:spPr>
          <a:xfrm>
            <a:off x="4339604" y="4377585"/>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4</a:t>
            </a:r>
            <a:endParaRPr/>
          </a:p>
        </p:txBody>
      </p:sp>
      <p:grpSp>
        <p:nvGrpSpPr>
          <p:cNvPr id="1060" name="Google Shape;1060;p20"/>
          <p:cNvGrpSpPr/>
          <p:nvPr/>
        </p:nvGrpSpPr>
        <p:grpSpPr>
          <a:xfrm flipH="1" rot="10800000">
            <a:off x="417483" y="241933"/>
            <a:ext cx="5851052" cy="1310243"/>
            <a:chOff x="0" y="-241102"/>
            <a:chExt cx="7801402" cy="1746991"/>
          </a:xfrm>
        </p:grpSpPr>
        <p:grpSp>
          <p:nvGrpSpPr>
            <p:cNvPr id="1061" name="Google Shape;1061;p20"/>
            <p:cNvGrpSpPr/>
            <p:nvPr/>
          </p:nvGrpSpPr>
          <p:grpSpPr>
            <a:xfrm>
              <a:off x="0" y="-241102"/>
              <a:ext cx="2173362" cy="520931"/>
              <a:chOff x="0" y="-47625"/>
              <a:chExt cx="429306" cy="102900"/>
            </a:xfrm>
          </p:grpSpPr>
          <p:sp>
            <p:nvSpPr>
              <p:cNvPr id="1062" name="Google Shape;1062;p2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3" name="Google Shape;1063;p2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64" name="Google Shape;1064;p20"/>
            <p:cNvGrpSpPr/>
            <p:nvPr/>
          </p:nvGrpSpPr>
          <p:grpSpPr>
            <a:xfrm>
              <a:off x="2571714" y="-241102"/>
              <a:ext cx="2173362" cy="520931"/>
              <a:chOff x="0" y="-47625"/>
              <a:chExt cx="429306" cy="102900"/>
            </a:xfrm>
          </p:grpSpPr>
          <p:sp>
            <p:nvSpPr>
              <p:cNvPr id="1065" name="Google Shape;1065;p2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6" name="Google Shape;1066;p2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67" name="Google Shape;1067;p20"/>
            <p:cNvGrpSpPr/>
            <p:nvPr/>
          </p:nvGrpSpPr>
          <p:grpSpPr>
            <a:xfrm>
              <a:off x="1345333" y="575061"/>
              <a:ext cx="2173362" cy="520931"/>
              <a:chOff x="0" y="-47625"/>
              <a:chExt cx="429306" cy="102900"/>
            </a:xfrm>
          </p:grpSpPr>
          <p:sp>
            <p:nvSpPr>
              <p:cNvPr id="1068" name="Google Shape;1068;p2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70" name="Google Shape;1070;p20"/>
            <p:cNvGrpSpPr/>
            <p:nvPr/>
          </p:nvGrpSpPr>
          <p:grpSpPr>
            <a:xfrm>
              <a:off x="3658396" y="563639"/>
              <a:ext cx="2173362" cy="520931"/>
              <a:chOff x="0" y="-47625"/>
              <a:chExt cx="429306" cy="102900"/>
            </a:xfrm>
          </p:grpSpPr>
          <p:sp>
            <p:nvSpPr>
              <p:cNvPr id="1071" name="Google Shape;1071;p2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73" name="Google Shape;1073;p20"/>
            <p:cNvGrpSpPr/>
            <p:nvPr/>
          </p:nvGrpSpPr>
          <p:grpSpPr>
            <a:xfrm>
              <a:off x="5314643" y="-241102"/>
              <a:ext cx="1191034" cy="520931"/>
              <a:chOff x="0" y="-47625"/>
              <a:chExt cx="235266" cy="102900"/>
            </a:xfrm>
          </p:grpSpPr>
          <p:sp>
            <p:nvSpPr>
              <p:cNvPr id="1074" name="Google Shape;1074;p20"/>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0"/>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76" name="Google Shape;1076;p20"/>
            <p:cNvGrpSpPr/>
            <p:nvPr/>
          </p:nvGrpSpPr>
          <p:grpSpPr>
            <a:xfrm>
              <a:off x="6610368" y="563639"/>
              <a:ext cx="1191034" cy="520931"/>
              <a:chOff x="0" y="-47625"/>
              <a:chExt cx="235266" cy="102900"/>
            </a:xfrm>
          </p:grpSpPr>
          <p:sp>
            <p:nvSpPr>
              <p:cNvPr id="1077" name="Google Shape;1077;p20"/>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0"/>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79" name="Google Shape;1079;p20"/>
            <p:cNvGrpSpPr/>
            <p:nvPr/>
          </p:nvGrpSpPr>
          <p:grpSpPr>
            <a:xfrm>
              <a:off x="0" y="586483"/>
              <a:ext cx="1202850" cy="498150"/>
              <a:chOff x="0" y="-47625"/>
              <a:chExt cx="237600" cy="98400"/>
            </a:xfrm>
          </p:grpSpPr>
          <p:sp>
            <p:nvSpPr>
              <p:cNvPr id="1080" name="Google Shape;1080;p20"/>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0"/>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82" name="Google Shape;1082;p20"/>
            <p:cNvGrpSpPr/>
            <p:nvPr/>
          </p:nvGrpSpPr>
          <p:grpSpPr>
            <a:xfrm>
              <a:off x="0" y="165164"/>
              <a:ext cx="4377448" cy="520931"/>
              <a:chOff x="0" y="-47625"/>
              <a:chExt cx="864681" cy="102900"/>
            </a:xfrm>
          </p:grpSpPr>
          <p:sp>
            <p:nvSpPr>
              <p:cNvPr id="1083" name="Google Shape;1083;p20"/>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0"/>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85" name="Google Shape;1085;p20"/>
            <p:cNvGrpSpPr/>
            <p:nvPr/>
          </p:nvGrpSpPr>
          <p:grpSpPr>
            <a:xfrm>
              <a:off x="0" y="984958"/>
              <a:ext cx="4377448" cy="520931"/>
              <a:chOff x="0" y="-47625"/>
              <a:chExt cx="864681" cy="102900"/>
            </a:xfrm>
          </p:grpSpPr>
          <p:sp>
            <p:nvSpPr>
              <p:cNvPr id="1086" name="Google Shape;1086;p20"/>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0"/>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pic>
        <p:nvPicPr>
          <p:cNvPr id="1088" name="Google Shape;1088;p20"/>
          <p:cNvPicPr preferRelativeResize="0"/>
          <p:nvPr/>
        </p:nvPicPr>
        <p:blipFill>
          <a:blip r:embed="rId3">
            <a:alphaModFix/>
          </a:blip>
          <a:stretch>
            <a:fillRect/>
          </a:stretch>
        </p:blipFill>
        <p:spPr>
          <a:xfrm>
            <a:off x="13355375" y="311151"/>
            <a:ext cx="4495450" cy="44954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1092" name="Shape 1092"/>
        <p:cNvGrpSpPr/>
        <p:nvPr/>
      </p:nvGrpSpPr>
      <p:grpSpPr>
        <a:xfrm>
          <a:off x="0" y="0"/>
          <a:ext cx="0" cy="0"/>
          <a:chOff x="0" y="0"/>
          <a:chExt cx="0" cy="0"/>
        </a:xfrm>
      </p:grpSpPr>
      <p:sp>
        <p:nvSpPr>
          <p:cNvPr id="1093" name="Google Shape;1093;p21"/>
          <p:cNvSpPr txBox="1"/>
          <p:nvPr/>
        </p:nvSpPr>
        <p:spPr>
          <a:xfrm>
            <a:off x="1138275" y="3141050"/>
            <a:ext cx="10554900" cy="6134700"/>
          </a:xfrm>
          <a:prstGeom prst="rect">
            <a:avLst/>
          </a:prstGeom>
          <a:noFill/>
          <a:ln>
            <a:noFill/>
          </a:ln>
        </p:spPr>
        <p:txBody>
          <a:bodyPr anchorCtr="0" anchor="t" bIns="0" lIns="0" spcFirstLastPara="1" rIns="0" wrap="square" tIns="0">
            <a:noAutofit/>
          </a:bodyPr>
          <a:lstStyle/>
          <a:p>
            <a:pPr indent="-450850" lvl="0" marL="457200" rtl="0" algn="l">
              <a:lnSpc>
                <a:spcPct val="115000"/>
              </a:lnSpc>
              <a:spcBef>
                <a:spcPts val="1200"/>
              </a:spcBef>
              <a:spcAft>
                <a:spcPts val="0"/>
              </a:spcAft>
              <a:buClr>
                <a:schemeClr val="dk1"/>
              </a:buClr>
              <a:buSzPts val="3500"/>
              <a:buFont typeface="Verdana"/>
              <a:buChar char="●"/>
            </a:pPr>
            <a:r>
              <a:rPr lang="en-US" sz="3500">
                <a:solidFill>
                  <a:schemeClr val="dk1"/>
                </a:solidFill>
                <a:latin typeface="Verdana"/>
                <a:ea typeface="Verdana"/>
                <a:cs typeface="Verdana"/>
                <a:sym typeface="Verdana"/>
              </a:rPr>
              <a:t>A While Loop is a control flow statement that repeatedly executes a block of code as long as a specified condition remains true. (A)</a:t>
            </a:r>
            <a:endParaRPr sz="3500">
              <a:solidFill>
                <a:schemeClr val="dk1"/>
              </a:solidFill>
              <a:latin typeface="Verdana"/>
              <a:ea typeface="Verdana"/>
              <a:cs typeface="Verdana"/>
              <a:sym typeface="Verdana"/>
            </a:endParaRPr>
          </a:p>
          <a:p>
            <a:pPr indent="0" lvl="0" marL="457200" rtl="0" algn="l">
              <a:lnSpc>
                <a:spcPct val="115000"/>
              </a:lnSpc>
              <a:spcBef>
                <a:spcPts val="1200"/>
              </a:spcBef>
              <a:spcAft>
                <a:spcPts val="0"/>
              </a:spcAft>
              <a:buNone/>
            </a:pPr>
            <a:r>
              <a:t/>
            </a:r>
            <a:endParaRPr sz="3500">
              <a:solidFill>
                <a:schemeClr val="dk1"/>
              </a:solidFill>
              <a:latin typeface="Verdana"/>
              <a:ea typeface="Verdana"/>
              <a:cs typeface="Verdana"/>
              <a:sym typeface="Verdana"/>
            </a:endParaRPr>
          </a:p>
          <a:p>
            <a:pPr indent="-450850" lvl="0" marL="457200" rtl="0" algn="l">
              <a:lnSpc>
                <a:spcPct val="115000"/>
              </a:lnSpc>
              <a:spcBef>
                <a:spcPts val="1200"/>
              </a:spcBef>
              <a:spcAft>
                <a:spcPts val="0"/>
              </a:spcAft>
              <a:buClr>
                <a:schemeClr val="dk1"/>
              </a:buClr>
              <a:buSzPts val="3500"/>
              <a:buFont typeface="Verdana"/>
              <a:buChar char="●"/>
            </a:pPr>
            <a:r>
              <a:rPr lang="en-US" sz="3500">
                <a:solidFill>
                  <a:schemeClr val="dk1"/>
                </a:solidFill>
                <a:latin typeface="Verdana"/>
                <a:ea typeface="Verdana"/>
                <a:cs typeface="Verdana"/>
                <a:sym typeface="Verdana"/>
              </a:rPr>
              <a:t>It can also use boolean variables in its condition</a:t>
            </a:r>
            <a:endParaRPr sz="4000">
              <a:solidFill>
                <a:schemeClr val="dk1"/>
              </a:solidFill>
              <a:latin typeface="Verdana"/>
              <a:ea typeface="Verdana"/>
              <a:cs typeface="Verdana"/>
              <a:sym typeface="Verdana"/>
            </a:endParaRPr>
          </a:p>
        </p:txBody>
      </p:sp>
      <p:grpSp>
        <p:nvGrpSpPr>
          <p:cNvPr id="1094" name="Google Shape;1094;p21"/>
          <p:cNvGrpSpPr/>
          <p:nvPr/>
        </p:nvGrpSpPr>
        <p:grpSpPr>
          <a:xfrm>
            <a:off x="1138275" y="864982"/>
            <a:ext cx="2065578" cy="1437506"/>
            <a:chOff x="0" y="-47625"/>
            <a:chExt cx="544017" cy="378600"/>
          </a:xfrm>
        </p:grpSpPr>
        <p:sp>
          <p:nvSpPr>
            <p:cNvPr id="1095" name="Google Shape;1095;p21"/>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1"/>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97" name="Google Shape;1097;p21"/>
          <p:cNvGrpSpPr/>
          <p:nvPr/>
        </p:nvGrpSpPr>
        <p:grpSpPr>
          <a:xfrm>
            <a:off x="1247850" y="688914"/>
            <a:ext cx="2065578" cy="1437506"/>
            <a:chOff x="0" y="-47625"/>
            <a:chExt cx="544017" cy="378600"/>
          </a:xfrm>
        </p:grpSpPr>
        <p:sp>
          <p:nvSpPr>
            <p:cNvPr id="1098" name="Google Shape;1098;p21"/>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1"/>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00" name="Google Shape;1100;p21"/>
          <p:cNvSpPr txBox="1"/>
          <p:nvPr/>
        </p:nvSpPr>
        <p:spPr>
          <a:xfrm>
            <a:off x="3802125" y="721500"/>
            <a:ext cx="10980900" cy="1924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2500">
                <a:solidFill>
                  <a:srgbClr val="393A3F"/>
                </a:solidFill>
                <a:latin typeface="Anton"/>
                <a:ea typeface="Anton"/>
                <a:cs typeface="Anton"/>
                <a:sym typeface="Anton"/>
              </a:rPr>
              <a:t>While </a:t>
            </a:r>
            <a:r>
              <a:rPr lang="en-US" sz="12500">
                <a:solidFill>
                  <a:srgbClr val="393A3F"/>
                </a:solidFill>
                <a:latin typeface="Anton"/>
                <a:ea typeface="Anton"/>
                <a:cs typeface="Anton"/>
                <a:sym typeface="Anton"/>
              </a:rPr>
              <a:t>Loops</a:t>
            </a:r>
            <a:endParaRPr/>
          </a:p>
        </p:txBody>
      </p:sp>
      <p:sp>
        <p:nvSpPr>
          <p:cNvPr id="1101" name="Google Shape;1101;p21"/>
          <p:cNvSpPr txBox="1"/>
          <p:nvPr/>
        </p:nvSpPr>
        <p:spPr>
          <a:xfrm>
            <a:off x="1827554" y="922110"/>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4</a:t>
            </a:r>
            <a:endParaRPr/>
          </a:p>
        </p:txBody>
      </p:sp>
      <p:grpSp>
        <p:nvGrpSpPr>
          <p:cNvPr id="1102" name="Google Shape;1102;p21"/>
          <p:cNvGrpSpPr/>
          <p:nvPr/>
        </p:nvGrpSpPr>
        <p:grpSpPr>
          <a:xfrm>
            <a:off x="11999778" y="8704662"/>
            <a:ext cx="5851052" cy="1310243"/>
            <a:chOff x="2" y="-564"/>
            <a:chExt cx="7801403" cy="1746991"/>
          </a:xfrm>
        </p:grpSpPr>
        <p:grpSp>
          <p:nvGrpSpPr>
            <p:cNvPr id="1103" name="Google Shape;1103;p21"/>
            <p:cNvGrpSpPr/>
            <p:nvPr/>
          </p:nvGrpSpPr>
          <p:grpSpPr>
            <a:xfrm rot="10800000">
              <a:off x="5628043" y="1225496"/>
              <a:ext cx="2173362" cy="520931"/>
              <a:chOff x="0" y="-47625"/>
              <a:chExt cx="429306" cy="102900"/>
            </a:xfrm>
          </p:grpSpPr>
          <p:sp>
            <p:nvSpPr>
              <p:cNvPr id="1104" name="Google Shape;1104;p21"/>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1"/>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06" name="Google Shape;1106;p21"/>
            <p:cNvGrpSpPr/>
            <p:nvPr/>
          </p:nvGrpSpPr>
          <p:grpSpPr>
            <a:xfrm rot="10800000">
              <a:off x="3056329" y="1225496"/>
              <a:ext cx="2173362" cy="520931"/>
              <a:chOff x="0" y="-47625"/>
              <a:chExt cx="429306" cy="102900"/>
            </a:xfrm>
          </p:grpSpPr>
          <p:sp>
            <p:nvSpPr>
              <p:cNvPr id="1107" name="Google Shape;1107;p21"/>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1"/>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09" name="Google Shape;1109;p21"/>
            <p:cNvGrpSpPr/>
            <p:nvPr/>
          </p:nvGrpSpPr>
          <p:grpSpPr>
            <a:xfrm rot="10800000">
              <a:off x="4282710" y="409333"/>
              <a:ext cx="2173362" cy="520931"/>
              <a:chOff x="0" y="-47625"/>
              <a:chExt cx="429306" cy="102900"/>
            </a:xfrm>
          </p:grpSpPr>
          <p:sp>
            <p:nvSpPr>
              <p:cNvPr id="1110" name="Google Shape;1110;p21"/>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1"/>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12" name="Google Shape;1112;p21"/>
            <p:cNvGrpSpPr/>
            <p:nvPr/>
          </p:nvGrpSpPr>
          <p:grpSpPr>
            <a:xfrm rot="10800000">
              <a:off x="1969648" y="420756"/>
              <a:ext cx="2173362" cy="520931"/>
              <a:chOff x="0" y="-47625"/>
              <a:chExt cx="429306" cy="102900"/>
            </a:xfrm>
          </p:grpSpPr>
          <p:sp>
            <p:nvSpPr>
              <p:cNvPr id="1113" name="Google Shape;1113;p21"/>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1"/>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15" name="Google Shape;1115;p21"/>
            <p:cNvGrpSpPr/>
            <p:nvPr/>
          </p:nvGrpSpPr>
          <p:grpSpPr>
            <a:xfrm rot="10800000">
              <a:off x="1295727" y="1225496"/>
              <a:ext cx="1191034" cy="520931"/>
              <a:chOff x="0" y="-47625"/>
              <a:chExt cx="235266" cy="102900"/>
            </a:xfrm>
          </p:grpSpPr>
          <p:sp>
            <p:nvSpPr>
              <p:cNvPr id="1116" name="Google Shape;1116;p21"/>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1"/>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18" name="Google Shape;1118;p21"/>
            <p:cNvGrpSpPr/>
            <p:nvPr/>
          </p:nvGrpSpPr>
          <p:grpSpPr>
            <a:xfrm rot="10800000">
              <a:off x="2" y="420756"/>
              <a:ext cx="1191034" cy="520931"/>
              <a:chOff x="0" y="-47625"/>
              <a:chExt cx="235266" cy="102900"/>
            </a:xfrm>
          </p:grpSpPr>
          <p:sp>
            <p:nvSpPr>
              <p:cNvPr id="1119" name="Google Shape;1119;p21"/>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1"/>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21" name="Google Shape;1121;p21"/>
            <p:cNvGrpSpPr/>
            <p:nvPr/>
          </p:nvGrpSpPr>
          <p:grpSpPr>
            <a:xfrm rot="10800000">
              <a:off x="6598555" y="420693"/>
              <a:ext cx="1202850" cy="498150"/>
              <a:chOff x="0" y="-47625"/>
              <a:chExt cx="237600" cy="98400"/>
            </a:xfrm>
          </p:grpSpPr>
          <p:sp>
            <p:nvSpPr>
              <p:cNvPr id="1122" name="Google Shape;1122;p21"/>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1"/>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24" name="Google Shape;1124;p21"/>
            <p:cNvGrpSpPr/>
            <p:nvPr/>
          </p:nvGrpSpPr>
          <p:grpSpPr>
            <a:xfrm rot="10800000">
              <a:off x="3423956" y="819231"/>
              <a:ext cx="4377448" cy="520931"/>
              <a:chOff x="0" y="-47625"/>
              <a:chExt cx="864681" cy="102900"/>
            </a:xfrm>
          </p:grpSpPr>
          <p:sp>
            <p:nvSpPr>
              <p:cNvPr id="1125" name="Google Shape;1125;p21"/>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1"/>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27" name="Google Shape;1127;p21"/>
            <p:cNvGrpSpPr/>
            <p:nvPr/>
          </p:nvGrpSpPr>
          <p:grpSpPr>
            <a:xfrm rot="10800000">
              <a:off x="3423956" y="-564"/>
              <a:ext cx="4377448" cy="520931"/>
              <a:chOff x="0" y="-47625"/>
              <a:chExt cx="864681" cy="102900"/>
            </a:xfrm>
          </p:grpSpPr>
          <p:sp>
            <p:nvSpPr>
              <p:cNvPr id="1128" name="Google Shape;1128;p21"/>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1"/>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pic>
        <p:nvPicPr>
          <p:cNvPr id="1130" name="Google Shape;1130;p21"/>
          <p:cNvPicPr preferRelativeResize="0"/>
          <p:nvPr/>
        </p:nvPicPr>
        <p:blipFill>
          <a:blip r:embed="rId3">
            <a:alphaModFix/>
          </a:blip>
          <a:stretch>
            <a:fillRect/>
          </a:stretch>
        </p:blipFill>
        <p:spPr>
          <a:xfrm>
            <a:off x="1384550" y="7649550"/>
            <a:ext cx="11906150" cy="1626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1134" name="Shape 1134"/>
        <p:cNvGrpSpPr/>
        <p:nvPr/>
      </p:nvGrpSpPr>
      <p:grpSpPr>
        <a:xfrm>
          <a:off x="0" y="0"/>
          <a:ext cx="0" cy="0"/>
          <a:chOff x="0" y="0"/>
          <a:chExt cx="0" cy="0"/>
        </a:xfrm>
      </p:grpSpPr>
      <p:grpSp>
        <p:nvGrpSpPr>
          <p:cNvPr id="1135" name="Google Shape;1135;p22"/>
          <p:cNvGrpSpPr/>
          <p:nvPr/>
        </p:nvGrpSpPr>
        <p:grpSpPr>
          <a:xfrm flipH="1" rot="10800000">
            <a:off x="417483" y="241933"/>
            <a:ext cx="5851052" cy="1310243"/>
            <a:chOff x="0" y="-241102"/>
            <a:chExt cx="7801402" cy="1746991"/>
          </a:xfrm>
        </p:grpSpPr>
        <p:grpSp>
          <p:nvGrpSpPr>
            <p:cNvPr id="1136" name="Google Shape;1136;p22"/>
            <p:cNvGrpSpPr/>
            <p:nvPr/>
          </p:nvGrpSpPr>
          <p:grpSpPr>
            <a:xfrm>
              <a:off x="0" y="-241102"/>
              <a:ext cx="2173362" cy="520931"/>
              <a:chOff x="0" y="-47625"/>
              <a:chExt cx="429306" cy="102900"/>
            </a:xfrm>
          </p:grpSpPr>
          <p:sp>
            <p:nvSpPr>
              <p:cNvPr id="1137" name="Google Shape;1137;p22"/>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2"/>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39" name="Google Shape;1139;p22"/>
            <p:cNvGrpSpPr/>
            <p:nvPr/>
          </p:nvGrpSpPr>
          <p:grpSpPr>
            <a:xfrm>
              <a:off x="2571714" y="-241102"/>
              <a:ext cx="2173362" cy="520931"/>
              <a:chOff x="0" y="-47625"/>
              <a:chExt cx="429306" cy="102900"/>
            </a:xfrm>
          </p:grpSpPr>
          <p:sp>
            <p:nvSpPr>
              <p:cNvPr id="1140" name="Google Shape;1140;p22"/>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2"/>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42" name="Google Shape;1142;p22"/>
            <p:cNvGrpSpPr/>
            <p:nvPr/>
          </p:nvGrpSpPr>
          <p:grpSpPr>
            <a:xfrm>
              <a:off x="1345333" y="575061"/>
              <a:ext cx="2173362" cy="520931"/>
              <a:chOff x="0" y="-47625"/>
              <a:chExt cx="429306" cy="102900"/>
            </a:xfrm>
          </p:grpSpPr>
          <p:sp>
            <p:nvSpPr>
              <p:cNvPr id="1143" name="Google Shape;1143;p22"/>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2"/>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45" name="Google Shape;1145;p22"/>
            <p:cNvGrpSpPr/>
            <p:nvPr/>
          </p:nvGrpSpPr>
          <p:grpSpPr>
            <a:xfrm>
              <a:off x="3658396" y="563639"/>
              <a:ext cx="2173362" cy="520931"/>
              <a:chOff x="0" y="-47625"/>
              <a:chExt cx="429306" cy="102900"/>
            </a:xfrm>
          </p:grpSpPr>
          <p:sp>
            <p:nvSpPr>
              <p:cNvPr id="1146" name="Google Shape;1146;p22"/>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2"/>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48" name="Google Shape;1148;p22"/>
            <p:cNvGrpSpPr/>
            <p:nvPr/>
          </p:nvGrpSpPr>
          <p:grpSpPr>
            <a:xfrm>
              <a:off x="5314643" y="-241102"/>
              <a:ext cx="1191034" cy="520931"/>
              <a:chOff x="0" y="-47625"/>
              <a:chExt cx="235266" cy="102900"/>
            </a:xfrm>
          </p:grpSpPr>
          <p:sp>
            <p:nvSpPr>
              <p:cNvPr id="1149" name="Google Shape;1149;p22"/>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0" name="Google Shape;1150;p22"/>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51" name="Google Shape;1151;p22"/>
            <p:cNvGrpSpPr/>
            <p:nvPr/>
          </p:nvGrpSpPr>
          <p:grpSpPr>
            <a:xfrm>
              <a:off x="6610368" y="563639"/>
              <a:ext cx="1191034" cy="520931"/>
              <a:chOff x="0" y="-47625"/>
              <a:chExt cx="235266" cy="102900"/>
            </a:xfrm>
          </p:grpSpPr>
          <p:sp>
            <p:nvSpPr>
              <p:cNvPr id="1152" name="Google Shape;1152;p22"/>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2"/>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54" name="Google Shape;1154;p22"/>
            <p:cNvGrpSpPr/>
            <p:nvPr/>
          </p:nvGrpSpPr>
          <p:grpSpPr>
            <a:xfrm>
              <a:off x="0" y="586483"/>
              <a:ext cx="1202850" cy="498150"/>
              <a:chOff x="0" y="-47625"/>
              <a:chExt cx="237600" cy="98400"/>
            </a:xfrm>
          </p:grpSpPr>
          <p:sp>
            <p:nvSpPr>
              <p:cNvPr id="1155" name="Google Shape;1155;p22"/>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2"/>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57" name="Google Shape;1157;p22"/>
            <p:cNvGrpSpPr/>
            <p:nvPr/>
          </p:nvGrpSpPr>
          <p:grpSpPr>
            <a:xfrm>
              <a:off x="0" y="165164"/>
              <a:ext cx="4377448" cy="520931"/>
              <a:chOff x="0" y="-47625"/>
              <a:chExt cx="864681" cy="102900"/>
            </a:xfrm>
          </p:grpSpPr>
          <p:sp>
            <p:nvSpPr>
              <p:cNvPr id="1158" name="Google Shape;1158;p22"/>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2"/>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60" name="Google Shape;1160;p22"/>
            <p:cNvGrpSpPr/>
            <p:nvPr/>
          </p:nvGrpSpPr>
          <p:grpSpPr>
            <a:xfrm>
              <a:off x="0" y="984958"/>
              <a:ext cx="4377448" cy="520931"/>
              <a:chOff x="0" y="-47625"/>
              <a:chExt cx="864681" cy="102900"/>
            </a:xfrm>
          </p:grpSpPr>
          <p:sp>
            <p:nvSpPr>
              <p:cNvPr id="1161" name="Google Shape;1161;p22"/>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2"/>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163" name="Google Shape;1163;p22"/>
          <p:cNvGrpSpPr/>
          <p:nvPr/>
        </p:nvGrpSpPr>
        <p:grpSpPr>
          <a:xfrm>
            <a:off x="2371300" y="4214623"/>
            <a:ext cx="2065578" cy="1437506"/>
            <a:chOff x="0" y="-47625"/>
            <a:chExt cx="544017" cy="378600"/>
          </a:xfrm>
        </p:grpSpPr>
        <p:sp>
          <p:nvSpPr>
            <p:cNvPr id="1164" name="Google Shape;1164;p2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2"/>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66" name="Google Shape;1166;p22"/>
          <p:cNvGrpSpPr/>
          <p:nvPr/>
        </p:nvGrpSpPr>
        <p:grpSpPr>
          <a:xfrm>
            <a:off x="2480875" y="4038555"/>
            <a:ext cx="2065578" cy="1437506"/>
            <a:chOff x="0" y="-47625"/>
            <a:chExt cx="544017" cy="378600"/>
          </a:xfrm>
        </p:grpSpPr>
        <p:sp>
          <p:nvSpPr>
            <p:cNvPr id="1167" name="Google Shape;1167;p2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2"/>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69" name="Google Shape;1169;p22"/>
          <p:cNvSpPr txBox="1"/>
          <p:nvPr/>
        </p:nvSpPr>
        <p:spPr>
          <a:xfrm>
            <a:off x="4989500" y="2761092"/>
            <a:ext cx="10927200" cy="4233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2500">
                <a:solidFill>
                  <a:srgbClr val="393A3F"/>
                </a:solidFill>
                <a:latin typeface="Anton"/>
                <a:ea typeface="Anton"/>
                <a:cs typeface="Anton"/>
                <a:sym typeface="Anton"/>
              </a:rPr>
              <a:t>Break &amp; Continue</a:t>
            </a:r>
            <a:endParaRPr sz="12500">
              <a:solidFill>
                <a:srgbClr val="393A3F"/>
              </a:solidFill>
              <a:latin typeface="Anton"/>
              <a:ea typeface="Anton"/>
              <a:cs typeface="Anton"/>
              <a:sym typeface="Anton"/>
            </a:endParaRPr>
          </a:p>
          <a:p>
            <a:pPr indent="0" lvl="0" marL="0" marR="0" rtl="0" algn="l">
              <a:lnSpc>
                <a:spcPct val="120000"/>
              </a:lnSpc>
              <a:spcBef>
                <a:spcPts val="0"/>
              </a:spcBef>
              <a:spcAft>
                <a:spcPts val="0"/>
              </a:spcAft>
              <a:buNone/>
            </a:pPr>
            <a:r>
              <a:rPr lang="en-US" sz="12500">
                <a:solidFill>
                  <a:srgbClr val="393A3F"/>
                </a:solidFill>
                <a:latin typeface="Anton"/>
                <a:ea typeface="Anton"/>
                <a:cs typeface="Anton"/>
                <a:sym typeface="Anton"/>
              </a:rPr>
              <a:t>Statements</a:t>
            </a:r>
            <a:endParaRPr sz="12500">
              <a:solidFill>
                <a:srgbClr val="393A3F"/>
              </a:solidFill>
              <a:latin typeface="Anton"/>
              <a:ea typeface="Anton"/>
              <a:cs typeface="Anton"/>
              <a:sym typeface="Anton"/>
            </a:endParaRPr>
          </a:p>
        </p:txBody>
      </p:sp>
      <p:sp>
        <p:nvSpPr>
          <p:cNvPr id="1170" name="Google Shape;1170;p22"/>
          <p:cNvSpPr txBox="1"/>
          <p:nvPr/>
        </p:nvSpPr>
        <p:spPr>
          <a:xfrm>
            <a:off x="3060579" y="4271752"/>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5</a:t>
            </a:r>
            <a:endParaRPr/>
          </a:p>
        </p:txBody>
      </p:sp>
      <p:pic>
        <p:nvPicPr>
          <p:cNvPr id="1171" name="Google Shape;1171;p22"/>
          <p:cNvPicPr preferRelativeResize="0"/>
          <p:nvPr/>
        </p:nvPicPr>
        <p:blipFill>
          <a:blip r:embed="rId3">
            <a:alphaModFix/>
          </a:blip>
          <a:stretch>
            <a:fillRect/>
          </a:stretch>
        </p:blipFill>
        <p:spPr>
          <a:xfrm>
            <a:off x="12746275" y="4144400"/>
            <a:ext cx="5541724" cy="55417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1175" name="Shape 1175"/>
        <p:cNvGrpSpPr/>
        <p:nvPr/>
      </p:nvGrpSpPr>
      <p:grpSpPr>
        <a:xfrm>
          <a:off x="0" y="0"/>
          <a:ext cx="0" cy="0"/>
          <a:chOff x="0" y="0"/>
          <a:chExt cx="0" cy="0"/>
        </a:xfrm>
      </p:grpSpPr>
      <p:sp>
        <p:nvSpPr>
          <p:cNvPr id="1176" name="Google Shape;1176;p23"/>
          <p:cNvSpPr txBox="1"/>
          <p:nvPr/>
        </p:nvSpPr>
        <p:spPr>
          <a:xfrm>
            <a:off x="1138275" y="3141050"/>
            <a:ext cx="10554900" cy="6134700"/>
          </a:xfrm>
          <a:prstGeom prst="rect">
            <a:avLst/>
          </a:prstGeom>
          <a:noFill/>
          <a:ln>
            <a:noFill/>
          </a:ln>
        </p:spPr>
        <p:txBody>
          <a:bodyPr anchorCtr="0" anchor="t" bIns="0" lIns="0" spcFirstLastPara="1" rIns="0" wrap="square" tIns="0">
            <a:noAutofit/>
          </a:bodyPr>
          <a:lstStyle/>
          <a:p>
            <a:pPr indent="-450850" lvl="0" marL="457200" rtl="0" algn="l">
              <a:lnSpc>
                <a:spcPct val="115000"/>
              </a:lnSpc>
              <a:spcBef>
                <a:spcPts val="1200"/>
              </a:spcBef>
              <a:spcAft>
                <a:spcPts val="0"/>
              </a:spcAft>
              <a:buClr>
                <a:schemeClr val="dk1"/>
              </a:buClr>
              <a:buSzPts val="3500"/>
              <a:buFont typeface="Verdana"/>
              <a:buChar char="●"/>
            </a:pPr>
            <a:r>
              <a:rPr b="1" lang="en-US" sz="3500">
                <a:solidFill>
                  <a:schemeClr val="dk1"/>
                </a:solidFill>
                <a:latin typeface="Verdana"/>
                <a:ea typeface="Verdana"/>
                <a:cs typeface="Verdana"/>
                <a:sym typeface="Verdana"/>
              </a:rPr>
              <a:t>Break Statement</a:t>
            </a:r>
            <a:r>
              <a:rPr b="1" lang="en-US" sz="3500">
                <a:solidFill>
                  <a:schemeClr val="dk1"/>
                </a:solidFill>
                <a:latin typeface="Verdana"/>
                <a:ea typeface="Verdana"/>
                <a:cs typeface="Verdana"/>
                <a:sym typeface="Verdana"/>
              </a:rPr>
              <a:t>:</a:t>
            </a:r>
            <a:r>
              <a:rPr lang="en-US" sz="3500">
                <a:solidFill>
                  <a:schemeClr val="dk1"/>
                </a:solidFill>
                <a:latin typeface="Verdana"/>
                <a:ea typeface="Verdana"/>
                <a:cs typeface="Verdana"/>
                <a:sym typeface="Verdana"/>
              </a:rPr>
              <a:t> It exits or “breaks” a loop when it is used. It’s usually inside a conditional statement inside the loop.</a:t>
            </a:r>
            <a:endParaRPr sz="3500">
              <a:solidFill>
                <a:schemeClr val="dk1"/>
              </a:solidFill>
              <a:latin typeface="Verdana"/>
              <a:ea typeface="Verdana"/>
              <a:cs typeface="Verdana"/>
              <a:sym typeface="Verdana"/>
            </a:endParaRPr>
          </a:p>
          <a:p>
            <a:pPr indent="0" lvl="0" marL="457200" rtl="0" algn="l">
              <a:lnSpc>
                <a:spcPct val="115000"/>
              </a:lnSpc>
              <a:spcBef>
                <a:spcPts val="1200"/>
              </a:spcBef>
              <a:spcAft>
                <a:spcPts val="0"/>
              </a:spcAft>
              <a:buNone/>
            </a:pPr>
            <a:r>
              <a:t/>
            </a:r>
            <a:endParaRPr sz="3500">
              <a:solidFill>
                <a:schemeClr val="dk1"/>
              </a:solidFill>
              <a:latin typeface="Verdana"/>
              <a:ea typeface="Verdana"/>
              <a:cs typeface="Verdana"/>
              <a:sym typeface="Verdana"/>
            </a:endParaRPr>
          </a:p>
          <a:p>
            <a:pPr indent="-450850" lvl="0" marL="457200" rtl="0" algn="l">
              <a:lnSpc>
                <a:spcPct val="115000"/>
              </a:lnSpc>
              <a:spcBef>
                <a:spcPts val="1200"/>
              </a:spcBef>
              <a:spcAft>
                <a:spcPts val="0"/>
              </a:spcAft>
              <a:buClr>
                <a:schemeClr val="dk1"/>
              </a:buClr>
              <a:buSzPts val="3500"/>
              <a:buFont typeface="Verdana"/>
              <a:buChar char="●"/>
            </a:pPr>
            <a:r>
              <a:rPr b="1" lang="en-US" sz="3500">
                <a:solidFill>
                  <a:schemeClr val="dk1"/>
                </a:solidFill>
                <a:latin typeface="Verdana"/>
                <a:ea typeface="Verdana"/>
                <a:cs typeface="Verdana"/>
                <a:sym typeface="Verdana"/>
              </a:rPr>
              <a:t>Continue Statement: </a:t>
            </a:r>
            <a:r>
              <a:rPr lang="en-US" sz="3500">
                <a:solidFill>
                  <a:schemeClr val="dk1"/>
                </a:solidFill>
                <a:latin typeface="Verdana"/>
                <a:ea typeface="Verdana"/>
                <a:cs typeface="Verdana"/>
                <a:sym typeface="Verdana"/>
              </a:rPr>
              <a:t>Skips rest of the code inside the loop and goes to the </a:t>
            </a:r>
            <a:r>
              <a:rPr lang="en-US" sz="3500">
                <a:solidFill>
                  <a:schemeClr val="dk1"/>
                </a:solidFill>
                <a:latin typeface="Verdana"/>
                <a:ea typeface="Verdana"/>
                <a:cs typeface="Verdana"/>
                <a:sym typeface="Verdana"/>
              </a:rPr>
              <a:t>next</a:t>
            </a:r>
            <a:r>
              <a:rPr lang="en-US" sz="3500">
                <a:solidFill>
                  <a:schemeClr val="dk1"/>
                </a:solidFill>
                <a:latin typeface="Verdana"/>
                <a:ea typeface="Verdana"/>
                <a:cs typeface="Verdana"/>
                <a:sym typeface="Verdana"/>
              </a:rPr>
              <a:t> iteration when used. Also usually inside a </a:t>
            </a:r>
            <a:r>
              <a:rPr lang="en-US" sz="3500">
                <a:solidFill>
                  <a:schemeClr val="dk1"/>
                </a:solidFill>
                <a:latin typeface="Verdana"/>
                <a:ea typeface="Verdana"/>
                <a:cs typeface="Verdana"/>
                <a:sym typeface="Verdana"/>
              </a:rPr>
              <a:t>conditional statement.</a:t>
            </a:r>
            <a:endParaRPr sz="4000">
              <a:solidFill>
                <a:schemeClr val="dk1"/>
              </a:solidFill>
              <a:latin typeface="Verdana"/>
              <a:ea typeface="Verdana"/>
              <a:cs typeface="Verdana"/>
              <a:sym typeface="Verdana"/>
            </a:endParaRPr>
          </a:p>
        </p:txBody>
      </p:sp>
      <p:grpSp>
        <p:nvGrpSpPr>
          <p:cNvPr id="1177" name="Google Shape;1177;p23"/>
          <p:cNvGrpSpPr/>
          <p:nvPr/>
        </p:nvGrpSpPr>
        <p:grpSpPr>
          <a:xfrm>
            <a:off x="1138275" y="864982"/>
            <a:ext cx="2065578" cy="1437506"/>
            <a:chOff x="0" y="-47625"/>
            <a:chExt cx="544017" cy="378600"/>
          </a:xfrm>
        </p:grpSpPr>
        <p:sp>
          <p:nvSpPr>
            <p:cNvPr id="1178" name="Google Shape;1178;p23"/>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3"/>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80" name="Google Shape;1180;p23"/>
          <p:cNvGrpSpPr/>
          <p:nvPr/>
        </p:nvGrpSpPr>
        <p:grpSpPr>
          <a:xfrm>
            <a:off x="1247850" y="688914"/>
            <a:ext cx="2065578" cy="1437506"/>
            <a:chOff x="0" y="-47625"/>
            <a:chExt cx="544017" cy="378600"/>
          </a:xfrm>
        </p:grpSpPr>
        <p:sp>
          <p:nvSpPr>
            <p:cNvPr id="1181" name="Google Shape;1181;p23"/>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3"/>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83" name="Google Shape;1183;p23"/>
          <p:cNvSpPr txBox="1"/>
          <p:nvPr/>
        </p:nvSpPr>
        <p:spPr>
          <a:xfrm>
            <a:off x="3802125" y="721500"/>
            <a:ext cx="10980900" cy="1923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2500">
                <a:solidFill>
                  <a:srgbClr val="393A3F"/>
                </a:solidFill>
                <a:latin typeface="Anton"/>
                <a:ea typeface="Anton"/>
                <a:cs typeface="Anton"/>
                <a:sym typeface="Anton"/>
              </a:rPr>
              <a:t>Break &amp; Continue</a:t>
            </a:r>
            <a:endParaRPr/>
          </a:p>
        </p:txBody>
      </p:sp>
      <p:sp>
        <p:nvSpPr>
          <p:cNvPr id="1184" name="Google Shape;1184;p23"/>
          <p:cNvSpPr txBox="1"/>
          <p:nvPr/>
        </p:nvSpPr>
        <p:spPr>
          <a:xfrm>
            <a:off x="1827554" y="922110"/>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5</a:t>
            </a:r>
            <a:endParaRPr/>
          </a:p>
        </p:txBody>
      </p:sp>
      <p:grpSp>
        <p:nvGrpSpPr>
          <p:cNvPr id="1185" name="Google Shape;1185;p23"/>
          <p:cNvGrpSpPr/>
          <p:nvPr/>
        </p:nvGrpSpPr>
        <p:grpSpPr>
          <a:xfrm>
            <a:off x="11999778" y="8704662"/>
            <a:ext cx="5851052" cy="1310243"/>
            <a:chOff x="2" y="-564"/>
            <a:chExt cx="7801403" cy="1746991"/>
          </a:xfrm>
        </p:grpSpPr>
        <p:grpSp>
          <p:nvGrpSpPr>
            <p:cNvPr id="1186" name="Google Shape;1186;p23"/>
            <p:cNvGrpSpPr/>
            <p:nvPr/>
          </p:nvGrpSpPr>
          <p:grpSpPr>
            <a:xfrm rot="10800000">
              <a:off x="5628043" y="1225496"/>
              <a:ext cx="2173362" cy="520931"/>
              <a:chOff x="0" y="-47625"/>
              <a:chExt cx="429306" cy="102900"/>
            </a:xfrm>
          </p:grpSpPr>
          <p:sp>
            <p:nvSpPr>
              <p:cNvPr id="1187" name="Google Shape;1187;p2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89" name="Google Shape;1189;p23"/>
            <p:cNvGrpSpPr/>
            <p:nvPr/>
          </p:nvGrpSpPr>
          <p:grpSpPr>
            <a:xfrm rot="10800000">
              <a:off x="3056329" y="1225496"/>
              <a:ext cx="2173362" cy="520931"/>
              <a:chOff x="0" y="-47625"/>
              <a:chExt cx="429306" cy="102900"/>
            </a:xfrm>
          </p:grpSpPr>
          <p:sp>
            <p:nvSpPr>
              <p:cNvPr id="1190" name="Google Shape;1190;p2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1" name="Google Shape;1191;p2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2" name="Google Shape;1192;p23"/>
            <p:cNvGrpSpPr/>
            <p:nvPr/>
          </p:nvGrpSpPr>
          <p:grpSpPr>
            <a:xfrm rot="10800000">
              <a:off x="4282710" y="409333"/>
              <a:ext cx="2173362" cy="520931"/>
              <a:chOff x="0" y="-47625"/>
              <a:chExt cx="429306" cy="102900"/>
            </a:xfrm>
          </p:grpSpPr>
          <p:sp>
            <p:nvSpPr>
              <p:cNvPr id="1193" name="Google Shape;1193;p2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4" name="Google Shape;1194;p2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5" name="Google Shape;1195;p23"/>
            <p:cNvGrpSpPr/>
            <p:nvPr/>
          </p:nvGrpSpPr>
          <p:grpSpPr>
            <a:xfrm rot="10800000">
              <a:off x="1969648" y="420756"/>
              <a:ext cx="2173362" cy="520931"/>
              <a:chOff x="0" y="-47625"/>
              <a:chExt cx="429306" cy="102900"/>
            </a:xfrm>
          </p:grpSpPr>
          <p:sp>
            <p:nvSpPr>
              <p:cNvPr id="1196" name="Google Shape;1196;p2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198" name="Google Shape;1198;p23"/>
            <p:cNvGrpSpPr/>
            <p:nvPr/>
          </p:nvGrpSpPr>
          <p:grpSpPr>
            <a:xfrm rot="10800000">
              <a:off x="1295727" y="1225496"/>
              <a:ext cx="1191034" cy="520931"/>
              <a:chOff x="0" y="-47625"/>
              <a:chExt cx="235266" cy="102900"/>
            </a:xfrm>
          </p:grpSpPr>
          <p:sp>
            <p:nvSpPr>
              <p:cNvPr id="1199" name="Google Shape;1199;p23"/>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3"/>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01" name="Google Shape;1201;p23"/>
            <p:cNvGrpSpPr/>
            <p:nvPr/>
          </p:nvGrpSpPr>
          <p:grpSpPr>
            <a:xfrm rot="10800000">
              <a:off x="2" y="420756"/>
              <a:ext cx="1191034" cy="520931"/>
              <a:chOff x="0" y="-47625"/>
              <a:chExt cx="235266" cy="102900"/>
            </a:xfrm>
          </p:grpSpPr>
          <p:sp>
            <p:nvSpPr>
              <p:cNvPr id="1202" name="Google Shape;1202;p23"/>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3"/>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04" name="Google Shape;1204;p23"/>
            <p:cNvGrpSpPr/>
            <p:nvPr/>
          </p:nvGrpSpPr>
          <p:grpSpPr>
            <a:xfrm rot="10800000">
              <a:off x="6598555" y="420693"/>
              <a:ext cx="1202850" cy="498150"/>
              <a:chOff x="0" y="-47625"/>
              <a:chExt cx="237600" cy="98400"/>
            </a:xfrm>
          </p:grpSpPr>
          <p:sp>
            <p:nvSpPr>
              <p:cNvPr id="1205" name="Google Shape;1205;p23"/>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3"/>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07" name="Google Shape;1207;p23"/>
            <p:cNvGrpSpPr/>
            <p:nvPr/>
          </p:nvGrpSpPr>
          <p:grpSpPr>
            <a:xfrm rot="10800000">
              <a:off x="3423956" y="819231"/>
              <a:ext cx="4377448" cy="520931"/>
              <a:chOff x="0" y="-47625"/>
              <a:chExt cx="864681" cy="102900"/>
            </a:xfrm>
          </p:grpSpPr>
          <p:sp>
            <p:nvSpPr>
              <p:cNvPr id="1208" name="Google Shape;1208;p23"/>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3"/>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10" name="Google Shape;1210;p23"/>
            <p:cNvGrpSpPr/>
            <p:nvPr/>
          </p:nvGrpSpPr>
          <p:grpSpPr>
            <a:xfrm rot="10800000">
              <a:off x="3423956" y="-564"/>
              <a:ext cx="4377448" cy="520931"/>
              <a:chOff x="0" y="-47625"/>
              <a:chExt cx="864681" cy="102900"/>
            </a:xfrm>
          </p:grpSpPr>
          <p:sp>
            <p:nvSpPr>
              <p:cNvPr id="1211" name="Google Shape;1211;p23"/>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3"/>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pic>
        <p:nvPicPr>
          <p:cNvPr id="1213" name="Google Shape;1213;p23"/>
          <p:cNvPicPr preferRelativeResize="0"/>
          <p:nvPr/>
        </p:nvPicPr>
        <p:blipFill>
          <a:blip r:embed="rId3">
            <a:alphaModFix/>
          </a:blip>
          <a:stretch>
            <a:fillRect/>
          </a:stretch>
        </p:blipFill>
        <p:spPr>
          <a:xfrm>
            <a:off x="12697825" y="2681400"/>
            <a:ext cx="4781727" cy="2649650"/>
          </a:xfrm>
          <a:prstGeom prst="rect">
            <a:avLst/>
          </a:prstGeom>
          <a:noFill/>
          <a:ln>
            <a:noFill/>
          </a:ln>
        </p:spPr>
      </p:pic>
      <p:pic>
        <p:nvPicPr>
          <p:cNvPr id="1214" name="Google Shape;1214;p23"/>
          <p:cNvPicPr preferRelativeResize="0"/>
          <p:nvPr/>
        </p:nvPicPr>
        <p:blipFill>
          <a:blip r:embed="rId4">
            <a:alphaModFix/>
          </a:blip>
          <a:stretch>
            <a:fillRect/>
          </a:stretch>
        </p:blipFill>
        <p:spPr>
          <a:xfrm>
            <a:off x="12601525" y="5693025"/>
            <a:ext cx="4974350" cy="264965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1218" name="Shape 1218"/>
        <p:cNvGrpSpPr/>
        <p:nvPr/>
      </p:nvGrpSpPr>
      <p:grpSpPr>
        <a:xfrm>
          <a:off x="0" y="0"/>
          <a:ext cx="0" cy="0"/>
          <a:chOff x="0" y="0"/>
          <a:chExt cx="0" cy="0"/>
        </a:xfrm>
      </p:grpSpPr>
      <p:sp>
        <p:nvSpPr>
          <p:cNvPr id="1219" name="Google Shape;1219;p24"/>
          <p:cNvSpPr txBox="1"/>
          <p:nvPr/>
        </p:nvSpPr>
        <p:spPr>
          <a:xfrm>
            <a:off x="1179325" y="3008125"/>
            <a:ext cx="13116900" cy="45792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US" sz="3500">
                <a:solidFill>
                  <a:schemeClr val="dk1"/>
                </a:solidFill>
              </a:rPr>
              <a:t>The Situation: </a:t>
            </a:r>
            <a:r>
              <a:rPr lang="en-US" sz="3500">
                <a:solidFill>
                  <a:schemeClr val="dk1"/>
                </a:solidFill>
              </a:rPr>
              <a:t>Billy decides spending all his money on halloween candy isn’t the smartest thing to do, so he decides to start saving up money. His parents, happy about Billy’s newfound maturity, decides to give him a dollar every day. And Casper, being the friendly ghost he is, decide to also double his money every day. How many days will it take for Billy to become a </a:t>
            </a:r>
            <a:r>
              <a:rPr lang="en-US" sz="3500">
                <a:solidFill>
                  <a:schemeClr val="dk1"/>
                </a:solidFill>
              </a:rPr>
              <a:t>billionaire</a:t>
            </a:r>
            <a:r>
              <a:rPr lang="en-US" sz="3500">
                <a:solidFill>
                  <a:schemeClr val="dk1"/>
                </a:solidFill>
              </a:rPr>
              <a:t>?</a:t>
            </a:r>
            <a:endParaRPr sz="3500">
              <a:solidFill>
                <a:schemeClr val="dk1"/>
              </a:solidFill>
            </a:endParaRPr>
          </a:p>
        </p:txBody>
      </p:sp>
      <p:grpSp>
        <p:nvGrpSpPr>
          <p:cNvPr id="1220" name="Google Shape;1220;p24"/>
          <p:cNvGrpSpPr/>
          <p:nvPr/>
        </p:nvGrpSpPr>
        <p:grpSpPr>
          <a:xfrm>
            <a:off x="935775" y="888207"/>
            <a:ext cx="2065578" cy="1437506"/>
            <a:chOff x="0" y="-47625"/>
            <a:chExt cx="544017" cy="378600"/>
          </a:xfrm>
        </p:grpSpPr>
        <p:sp>
          <p:nvSpPr>
            <p:cNvPr id="1221" name="Google Shape;1221;p24"/>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4"/>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23" name="Google Shape;1223;p24"/>
          <p:cNvGrpSpPr/>
          <p:nvPr/>
        </p:nvGrpSpPr>
        <p:grpSpPr>
          <a:xfrm>
            <a:off x="1045350" y="712139"/>
            <a:ext cx="2065578" cy="1437506"/>
            <a:chOff x="0" y="-47625"/>
            <a:chExt cx="544017" cy="378600"/>
          </a:xfrm>
        </p:grpSpPr>
        <p:sp>
          <p:nvSpPr>
            <p:cNvPr id="1224" name="Google Shape;1224;p24"/>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4"/>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26" name="Google Shape;1226;p24"/>
          <p:cNvSpPr txBox="1"/>
          <p:nvPr/>
        </p:nvSpPr>
        <p:spPr>
          <a:xfrm>
            <a:off x="3488875" y="952800"/>
            <a:ext cx="13925700" cy="1277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8300">
                <a:solidFill>
                  <a:srgbClr val="393A3F"/>
                </a:solidFill>
                <a:latin typeface="Anton"/>
                <a:ea typeface="Anton"/>
                <a:cs typeface="Anton"/>
                <a:sym typeface="Anton"/>
              </a:rPr>
              <a:t>Billy Saves Up - Coding Challenge</a:t>
            </a:r>
            <a:endParaRPr sz="8300"/>
          </a:p>
        </p:txBody>
      </p:sp>
      <p:sp>
        <p:nvSpPr>
          <p:cNvPr id="1227" name="Google Shape;1227;p24"/>
          <p:cNvSpPr txBox="1"/>
          <p:nvPr/>
        </p:nvSpPr>
        <p:spPr>
          <a:xfrm>
            <a:off x="1625054" y="945335"/>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8</a:t>
            </a:r>
            <a:endParaRPr/>
          </a:p>
        </p:txBody>
      </p:sp>
      <p:sp>
        <p:nvSpPr>
          <p:cNvPr id="1228" name="Google Shape;1228;p24"/>
          <p:cNvSpPr txBox="1"/>
          <p:nvPr/>
        </p:nvSpPr>
        <p:spPr>
          <a:xfrm>
            <a:off x="1179325" y="8002425"/>
            <a:ext cx="14033400" cy="21549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None/>
            </a:pPr>
            <a:r>
              <a:rPr b="1" lang="en-US" sz="3500">
                <a:solidFill>
                  <a:schemeClr val="dk1"/>
                </a:solidFill>
              </a:rPr>
              <a:t>Your Task:</a:t>
            </a:r>
            <a:r>
              <a:rPr lang="en-US" sz="3500">
                <a:solidFill>
                  <a:schemeClr val="dk1"/>
                </a:solidFill>
              </a:rPr>
              <a:t> While it is possible to do this </a:t>
            </a:r>
            <a:r>
              <a:rPr lang="en-US" sz="3500">
                <a:solidFill>
                  <a:schemeClr val="dk1"/>
                </a:solidFill>
              </a:rPr>
              <a:t>mathematically</a:t>
            </a:r>
            <a:r>
              <a:rPr lang="en-US" sz="3500">
                <a:solidFill>
                  <a:schemeClr val="dk1"/>
                </a:solidFill>
              </a:rPr>
              <a:t>, we want you to use your new skills of for loops and while loops to figure out how many days it’ll take!</a:t>
            </a:r>
            <a:endParaRPr sz="3500">
              <a:solidFill>
                <a:schemeClr val="dk1"/>
              </a:solidFill>
            </a:endParaRPr>
          </a:p>
        </p:txBody>
      </p:sp>
      <p:pic>
        <p:nvPicPr>
          <p:cNvPr id="1229" name="Google Shape;1229;p24"/>
          <p:cNvPicPr preferRelativeResize="0"/>
          <p:nvPr/>
        </p:nvPicPr>
        <p:blipFill>
          <a:blip r:embed="rId3">
            <a:alphaModFix/>
          </a:blip>
          <a:stretch>
            <a:fillRect/>
          </a:stretch>
        </p:blipFill>
        <p:spPr>
          <a:xfrm>
            <a:off x="14500625" y="3956650"/>
            <a:ext cx="3596000" cy="31253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1233" name="Shape 1233"/>
        <p:cNvGrpSpPr/>
        <p:nvPr/>
      </p:nvGrpSpPr>
      <p:grpSpPr>
        <a:xfrm>
          <a:off x="0" y="0"/>
          <a:ext cx="0" cy="0"/>
          <a:chOff x="0" y="0"/>
          <a:chExt cx="0" cy="0"/>
        </a:xfrm>
      </p:grpSpPr>
      <p:grpSp>
        <p:nvGrpSpPr>
          <p:cNvPr id="1234" name="Google Shape;1234;p25"/>
          <p:cNvGrpSpPr/>
          <p:nvPr/>
        </p:nvGrpSpPr>
        <p:grpSpPr>
          <a:xfrm>
            <a:off x="4231650" y="4629636"/>
            <a:ext cx="9824703" cy="1591634"/>
            <a:chOff x="0" y="-47625"/>
            <a:chExt cx="1719710" cy="378600"/>
          </a:xfrm>
        </p:grpSpPr>
        <p:sp>
          <p:nvSpPr>
            <p:cNvPr id="1235" name="Google Shape;1235;p25"/>
            <p:cNvSpPr/>
            <p:nvPr/>
          </p:nvSpPr>
          <p:spPr>
            <a:xfrm>
              <a:off x="0" y="0"/>
              <a:ext cx="1719710" cy="330886"/>
            </a:xfrm>
            <a:custGeom>
              <a:rect b="b" l="l" r="r" t="t"/>
              <a:pathLst>
                <a:path extrusionOk="0" h="330886" w="171971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5"/>
            <p:cNvSpPr txBox="1"/>
            <p:nvPr/>
          </p:nvSpPr>
          <p:spPr>
            <a:xfrm>
              <a:off x="0" y="-47625"/>
              <a:ext cx="17196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37" name="Google Shape;1237;p25"/>
          <p:cNvGrpSpPr/>
          <p:nvPr/>
        </p:nvGrpSpPr>
        <p:grpSpPr>
          <a:xfrm>
            <a:off x="3823138" y="2549511"/>
            <a:ext cx="10641737" cy="3415313"/>
            <a:chOff x="0" y="-47625"/>
            <a:chExt cx="1719710" cy="378600"/>
          </a:xfrm>
        </p:grpSpPr>
        <p:sp>
          <p:nvSpPr>
            <p:cNvPr id="1238" name="Google Shape;1238;p25"/>
            <p:cNvSpPr/>
            <p:nvPr/>
          </p:nvSpPr>
          <p:spPr>
            <a:xfrm>
              <a:off x="0" y="0"/>
              <a:ext cx="1719710" cy="330886"/>
            </a:xfrm>
            <a:custGeom>
              <a:rect b="b" l="l" r="r" t="t"/>
              <a:pathLst>
                <a:path extrusionOk="0" h="330886" w="171971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5"/>
            <p:cNvSpPr txBox="1"/>
            <p:nvPr/>
          </p:nvSpPr>
          <p:spPr>
            <a:xfrm>
              <a:off x="0" y="-47625"/>
              <a:ext cx="17196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40" name="Google Shape;1240;p25"/>
          <p:cNvGrpSpPr/>
          <p:nvPr/>
        </p:nvGrpSpPr>
        <p:grpSpPr>
          <a:xfrm flipH="1" rot="10800000">
            <a:off x="417483" y="241933"/>
            <a:ext cx="5851052" cy="1310243"/>
            <a:chOff x="0" y="-241102"/>
            <a:chExt cx="7801402" cy="1746991"/>
          </a:xfrm>
        </p:grpSpPr>
        <p:grpSp>
          <p:nvGrpSpPr>
            <p:cNvPr id="1241" name="Google Shape;1241;p25"/>
            <p:cNvGrpSpPr/>
            <p:nvPr/>
          </p:nvGrpSpPr>
          <p:grpSpPr>
            <a:xfrm>
              <a:off x="0" y="-241102"/>
              <a:ext cx="2173362" cy="520931"/>
              <a:chOff x="0" y="-47625"/>
              <a:chExt cx="429306" cy="102900"/>
            </a:xfrm>
          </p:grpSpPr>
          <p:sp>
            <p:nvSpPr>
              <p:cNvPr id="1242" name="Google Shape;1242;p2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44" name="Google Shape;1244;p25"/>
            <p:cNvGrpSpPr/>
            <p:nvPr/>
          </p:nvGrpSpPr>
          <p:grpSpPr>
            <a:xfrm>
              <a:off x="2571714" y="-241102"/>
              <a:ext cx="2173362" cy="520931"/>
              <a:chOff x="0" y="-47625"/>
              <a:chExt cx="429306" cy="102900"/>
            </a:xfrm>
          </p:grpSpPr>
          <p:sp>
            <p:nvSpPr>
              <p:cNvPr id="1245" name="Google Shape;1245;p2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47" name="Google Shape;1247;p25"/>
            <p:cNvGrpSpPr/>
            <p:nvPr/>
          </p:nvGrpSpPr>
          <p:grpSpPr>
            <a:xfrm>
              <a:off x="1345333" y="575061"/>
              <a:ext cx="2173362" cy="520931"/>
              <a:chOff x="0" y="-47625"/>
              <a:chExt cx="429306" cy="102900"/>
            </a:xfrm>
          </p:grpSpPr>
          <p:sp>
            <p:nvSpPr>
              <p:cNvPr id="1248" name="Google Shape;1248;p2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50" name="Google Shape;1250;p25"/>
            <p:cNvGrpSpPr/>
            <p:nvPr/>
          </p:nvGrpSpPr>
          <p:grpSpPr>
            <a:xfrm>
              <a:off x="3658396" y="563639"/>
              <a:ext cx="2173362" cy="520931"/>
              <a:chOff x="0" y="-47625"/>
              <a:chExt cx="429306" cy="102900"/>
            </a:xfrm>
          </p:grpSpPr>
          <p:sp>
            <p:nvSpPr>
              <p:cNvPr id="1251" name="Google Shape;1251;p2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53" name="Google Shape;1253;p25"/>
            <p:cNvGrpSpPr/>
            <p:nvPr/>
          </p:nvGrpSpPr>
          <p:grpSpPr>
            <a:xfrm>
              <a:off x="5314643" y="-241102"/>
              <a:ext cx="1191034" cy="520931"/>
              <a:chOff x="0" y="-47625"/>
              <a:chExt cx="235266" cy="102900"/>
            </a:xfrm>
          </p:grpSpPr>
          <p:sp>
            <p:nvSpPr>
              <p:cNvPr id="1254" name="Google Shape;1254;p25"/>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5"/>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56" name="Google Shape;1256;p25"/>
            <p:cNvGrpSpPr/>
            <p:nvPr/>
          </p:nvGrpSpPr>
          <p:grpSpPr>
            <a:xfrm>
              <a:off x="6610368" y="563639"/>
              <a:ext cx="1191034" cy="520931"/>
              <a:chOff x="0" y="-47625"/>
              <a:chExt cx="235266" cy="102900"/>
            </a:xfrm>
          </p:grpSpPr>
          <p:sp>
            <p:nvSpPr>
              <p:cNvPr id="1257" name="Google Shape;1257;p25"/>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5"/>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59" name="Google Shape;1259;p25"/>
            <p:cNvGrpSpPr/>
            <p:nvPr/>
          </p:nvGrpSpPr>
          <p:grpSpPr>
            <a:xfrm>
              <a:off x="0" y="586483"/>
              <a:ext cx="1202850" cy="498150"/>
              <a:chOff x="0" y="-47625"/>
              <a:chExt cx="237600" cy="98400"/>
            </a:xfrm>
          </p:grpSpPr>
          <p:sp>
            <p:nvSpPr>
              <p:cNvPr id="1260" name="Google Shape;1260;p25"/>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5"/>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62" name="Google Shape;1262;p25"/>
            <p:cNvGrpSpPr/>
            <p:nvPr/>
          </p:nvGrpSpPr>
          <p:grpSpPr>
            <a:xfrm>
              <a:off x="0" y="165164"/>
              <a:ext cx="4377448" cy="520931"/>
              <a:chOff x="0" y="-47625"/>
              <a:chExt cx="864681" cy="102900"/>
            </a:xfrm>
          </p:grpSpPr>
          <p:sp>
            <p:nvSpPr>
              <p:cNvPr id="1263" name="Google Shape;1263;p25"/>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5"/>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65" name="Google Shape;1265;p25"/>
            <p:cNvGrpSpPr/>
            <p:nvPr/>
          </p:nvGrpSpPr>
          <p:grpSpPr>
            <a:xfrm>
              <a:off x="0" y="984958"/>
              <a:ext cx="4377448" cy="520931"/>
              <a:chOff x="0" y="-47625"/>
              <a:chExt cx="864681" cy="102900"/>
            </a:xfrm>
          </p:grpSpPr>
          <p:sp>
            <p:nvSpPr>
              <p:cNvPr id="1266" name="Google Shape;1266;p25"/>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5"/>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268" name="Google Shape;1268;p25"/>
          <p:cNvGrpSpPr/>
          <p:nvPr/>
        </p:nvGrpSpPr>
        <p:grpSpPr>
          <a:xfrm>
            <a:off x="11999778" y="8693380"/>
            <a:ext cx="5851052" cy="1310243"/>
            <a:chOff x="2" y="-564"/>
            <a:chExt cx="7801403" cy="1746991"/>
          </a:xfrm>
        </p:grpSpPr>
        <p:grpSp>
          <p:nvGrpSpPr>
            <p:cNvPr id="1269" name="Google Shape;1269;p25"/>
            <p:cNvGrpSpPr/>
            <p:nvPr/>
          </p:nvGrpSpPr>
          <p:grpSpPr>
            <a:xfrm rot="10800000">
              <a:off x="5628043" y="1225496"/>
              <a:ext cx="2173362" cy="520931"/>
              <a:chOff x="0" y="-47625"/>
              <a:chExt cx="429306" cy="102900"/>
            </a:xfrm>
          </p:grpSpPr>
          <p:sp>
            <p:nvSpPr>
              <p:cNvPr id="1270" name="Google Shape;1270;p2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72" name="Google Shape;1272;p25"/>
            <p:cNvGrpSpPr/>
            <p:nvPr/>
          </p:nvGrpSpPr>
          <p:grpSpPr>
            <a:xfrm rot="10800000">
              <a:off x="3056329" y="1225496"/>
              <a:ext cx="2173362" cy="520931"/>
              <a:chOff x="0" y="-47625"/>
              <a:chExt cx="429306" cy="102900"/>
            </a:xfrm>
          </p:grpSpPr>
          <p:sp>
            <p:nvSpPr>
              <p:cNvPr id="1273" name="Google Shape;1273;p2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75" name="Google Shape;1275;p25"/>
            <p:cNvGrpSpPr/>
            <p:nvPr/>
          </p:nvGrpSpPr>
          <p:grpSpPr>
            <a:xfrm rot="10800000">
              <a:off x="4282710" y="409333"/>
              <a:ext cx="2173362" cy="520931"/>
              <a:chOff x="0" y="-47625"/>
              <a:chExt cx="429306" cy="102900"/>
            </a:xfrm>
          </p:grpSpPr>
          <p:sp>
            <p:nvSpPr>
              <p:cNvPr id="1276" name="Google Shape;1276;p2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78" name="Google Shape;1278;p25"/>
            <p:cNvGrpSpPr/>
            <p:nvPr/>
          </p:nvGrpSpPr>
          <p:grpSpPr>
            <a:xfrm rot="10800000">
              <a:off x="1969648" y="420756"/>
              <a:ext cx="2173362" cy="520931"/>
              <a:chOff x="0" y="-47625"/>
              <a:chExt cx="429306" cy="102900"/>
            </a:xfrm>
          </p:grpSpPr>
          <p:sp>
            <p:nvSpPr>
              <p:cNvPr id="1279" name="Google Shape;1279;p25"/>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5"/>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81" name="Google Shape;1281;p25"/>
            <p:cNvGrpSpPr/>
            <p:nvPr/>
          </p:nvGrpSpPr>
          <p:grpSpPr>
            <a:xfrm rot="10800000">
              <a:off x="1295727" y="1225496"/>
              <a:ext cx="1191034" cy="520931"/>
              <a:chOff x="0" y="-47625"/>
              <a:chExt cx="235266" cy="102900"/>
            </a:xfrm>
          </p:grpSpPr>
          <p:sp>
            <p:nvSpPr>
              <p:cNvPr id="1282" name="Google Shape;1282;p25"/>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5"/>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84" name="Google Shape;1284;p25"/>
            <p:cNvGrpSpPr/>
            <p:nvPr/>
          </p:nvGrpSpPr>
          <p:grpSpPr>
            <a:xfrm rot="10800000">
              <a:off x="2" y="420756"/>
              <a:ext cx="1191034" cy="520931"/>
              <a:chOff x="0" y="-47625"/>
              <a:chExt cx="235266" cy="102900"/>
            </a:xfrm>
          </p:grpSpPr>
          <p:sp>
            <p:nvSpPr>
              <p:cNvPr id="1285" name="Google Shape;1285;p25"/>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5"/>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87" name="Google Shape;1287;p25"/>
            <p:cNvGrpSpPr/>
            <p:nvPr/>
          </p:nvGrpSpPr>
          <p:grpSpPr>
            <a:xfrm rot="10800000">
              <a:off x="6598555" y="420693"/>
              <a:ext cx="1202850" cy="498150"/>
              <a:chOff x="0" y="-47625"/>
              <a:chExt cx="237600" cy="98400"/>
            </a:xfrm>
          </p:grpSpPr>
          <p:sp>
            <p:nvSpPr>
              <p:cNvPr id="1288" name="Google Shape;1288;p25"/>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5"/>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90" name="Google Shape;1290;p25"/>
            <p:cNvGrpSpPr/>
            <p:nvPr/>
          </p:nvGrpSpPr>
          <p:grpSpPr>
            <a:xfrm rot="10800000">
              <a:off x="3423956" y="819231"/>
              <a:ext cx="4377448" cy="520931"/>
              <a:chOff x="0" y="-47625"/>
              <a:chExt cx="864681" cy="102900"/>
            </a:xfrm>
          </p:grpSpPr>
          <p:sp>
            <p:nvSpPr>
              <p:cNvPr id="1291" name="Google Shape;1291;p25"/>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5"/>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93" name="Google Shape;1293;p25"/>
            <p:cNvGrpSpPr/>
            <p:nvPr/>
          </p:nvGrpSpPr>
          <p:grpSpPr>
            <a:xfrm rot="10800000">
              <a:off x="3423956" y="-564"/>
              <a:ext cx="4377448" cy="520931"/>
              <a:chOff x="0" y="-47625"/>
              <a:chExt cx="864681" cy="102900"/>
            </a:xfrm>
          </p:grpSpPr>
          <p:sp>
            <p:nvSpPr>
              <p:cNvPr id="1294" name="Google Shape;1294;p25"/>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5"/>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296" name="Google Shape;1296;p25"/>
          <p:cNvSpPr txBox="1"/>
          <p:nvPr/>
        </p:nvSpPr>
        <p:spPr>
          <a:xfrm>
            <a:off x="3866563" y="6385938"/>
            <a:ext cx="10554900" cy="1310100"/>
          </a:xfrm>
          <a:prstGeom prst="rect">
            <a:avLst/>
          </a:prstGeom>
          <a:noFill/>
          <a:ln>
            <a:noFill/>
          </a:ln>
        </p:spPr>
        <p:txBody>
          <a:bodyPr anchorCtr="0" anchor="t" bIns="0" lIns="0" spcFirstLastPara="1" rIns="0" wrap="square" tIns="0">
            <a:noAutofit/>
          </a:bodyPr>
          <a:lstStyle/>
          <a:p>
            <a:pPr indent="0" lvl="0" marL="457200" rtl="0" algn="ctr">
              <a:lnSpc>
                <a:spcPct val="115000"/>
              </a:lnSpc>
              <a:spcBef>
                <a:spcPts val="1200"/>
              </a:spcBef>
              <a:spcAft>
                <a:spcPts val="0"/>
              </a:spcAft>
              <a:buNone/>
            </a:pPr>
            <a:r>
              <a:rPr lang="en-US" sz="3500">
                <a:solidFill>
                  <a:schemeClr val="dk1"/>
                </a:solidFill>
                <a:latin typeface="Verdana"/>
                <a:ea typeface="Verdana"/>
                <a:cs typeface="Verdana"/>
                <a:sym typeface="Verdana"/>
              </a:rPr>
              <a:t>Open up VSCode and </a:t>
            </a:r>
            <a:r>
              <a:rPr lang="en-US" sz="3500">
                <a:solidFill>
                  <a:schemeClr val="dk1"/>
                </a:solidFill>
                <a:latin typeface="Verdana"/>
                <a:ea typeface="Verdana"/>
                <a:cs typeface="Verdana"/>
                <a:sym typeface="Verdana"/>
              </a:rPr>
              <a:t>let's</a:t>
            </a:r>
            <a:r>
              <a:rPr lang="en-US" sz="3500">
                <a:solidFill>
                  <a:schemeClr val="dk1"/>
                </a:solidFill>
                <a:latin typeface="Verdana"/>
                <a:ea typeface="Verdana"/>
                <a:cs typeface="Verdana"/>
                <a:sym typeface="Verdana"/>
              </a:rPr>
              <a:t> start coding: </a:t>
            </a:r>
            <a:endParaRPr sz="3500">
              <a:solidFill>
                <a:schemeClr val="dk1"/>
              </a:solidFill>
              <a:latin typeface="Verdana"/>
              <a:ea typeface="Verdana"/>
              <a:cs typeface="Verdana"/>
              <a:sym typeface="Verdana"/>
            </a:endParaRPr>
          </a:p>
          <a:p>
            <a:pPr indent="0" lvl="0" marL="457200" rtl="0" algn="ctr">
              <a:lnSpc>
                <a:spcPct val="115000"/>
              </a:lnSpc>
              <a:spcBef>
                <a:spcPts val="1200"/>
              </a:spcBef>
              <a:spcAft>
                <a:spcPts val="1200"/>
              </a:spcAft>
              <a:buNone/>
            </a:pPr>
            <a:r>
              <a:rPr lang="en-US" sz="3500">
                <a:solidFill>
                  <a:schemeClr val="dk1"/>
                </a:solidFill>
                <a:latin typeface="Verdana"/>
                <a:ea typeface="Verdana"/>
                <a:cs typeface="Verdana"/>
                <a:sym typeface="Verdana"/>
              </a:rPr>
              <a:t>Loops!</a:t>
            </a:r>
            <a:endParaRPr sz="4000">
              <a:solidFill>
                <a:schemeClr val="dk1"/>
              </a:solidFill>
              <a:latin typeface="Verdana"/>
              <a:ea typeface="Verdana"/>
              <a:cs typeface="Verdana"/>
              <a:sym typeface="Verdana"/>
            </a:endParaRPr>
          </a:p>
        </p:txBody>
      </p:sp>
      <p:sp>
        <p:nvSpPr>
          <p:cNvPr id="1297" name="Google Shape;1297;p25"/>
          <p:cNvSpPr txBox="1"/>
          <p:nvPr/>
        </p:nvSpPr>
        <p:spPr>
          <a:xfrm>
            <a:off x="4597638" y="3562213"/>
            <a:ext cx="9092700" cy="1847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12000">
                <a:solidFill>
                  <a:srgbClr val="393A3F"/>
                </a:solidFill>
                <a:latin typeface="Anton"/>
                <a:ea typeface="Anton"/>
                <a:cs typeface="Anton"/>
                <a:sym typeface="Anton"/>
              </a:rPr>
              <a:t>Coding Time!</a:t>
            </a:r>
            <a:endParaRPr sz="1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1301" name="Shape 1301"/>
        <p:cNvGrpSpPr/>
        <p:nvPr/>
      </p:nvGrpSpPr>
      <p:grpSpPr>
        <a:xfrm>
          <a:off x="0" y="0"/>
          <a:ext cx="0" cy="0"/>
          <a:chOff x="0" y="0"/>
          <a:chExt cx="0" cy="0"/>
        </a:xfrm>
      </p:grpSpPr>
      <p:grpSp>
        <p:nvGrpSpPr>
          <p:cNvPr id="1302" name="Google Shape;1302;p26"/>
          <p:cNvGrpSpPr/>
          <p:nvPr/>
        </p:nvGrpSpPr>
        <p:grpSpPr>
          <a:xfrm flipH="1" rot="10800000">
            <a:off x="417483" y="241933"/>
            <a:ext cx="5851052" cy="1310243"/>
            <a:chOff x="0" y="-241102"/>
            <a:chExt cx="7801402" cy="1746991"/>
          </a:xfrm>
        </p:grpSpPr>
        <p:grpSp>
          <p:nvGrpSpPr>
            <p:cNvPr id="1303" name="Google Shape;1303;p26"/>
            <p:cNvGrpSpPr/>
            <p:nvPr/>
          </p:nvGrpSpPr>
          <p:grpSpPr>
            <a:xfrm>
              <a:off x="0" y="-241102"/>
              <a:ext cx="2173362" cy="520931"/>
              <a:chOff x="0" y="-47625"/>
              <a:chExt cx="429306" cy="102900"/>
            </a:xfrm>
          </p:grpSpPr>
          <p:sp>
            <p:nvSpPr>
              <p:cNvPr id="1304" name="Google Shape;1304;p2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06" name="Google Shape;1306;p26"/>
            <p:cNvGrpSpPr/>
            <p:nvPr/>
          </p:nvGrpSpPr>
          <p:grpSpPr>
            <a:xfrm>
              <a:off x="2571714" y="-241102"/>
              <a:ext cx="2173362" cy="520931"/>
              <a:chOff x="0" y="-47625"/>
              <a:chExt cx="429306" cy="102900"/>
            </a:xfrm>
          </p:grpSpPr>
          <p:sp>
            <p:nvSpPr>
              <p:cNvPr id="1307" name="Google Shape;1307;p2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09" name="Google Shape;1309;p26"/>
            <p:cNvGrpSpPr/>
            <p:nvPr/>
          </p:nvGrpSpPr>
          <p:grpSpPr>
            <a:xfrm>
              <a:off x="1345333" y="575061"/>
              <a:ext cx="2173362" cy="520931"/>
              <a:chOff x="0" y="-47625"/>
              <a:chExt cx="429306" cy="102900"/>
            </a:xfrm>
          </p:grpSpPr>
          <p:sp>
            <p:nvSpPr>
              <p:cNvPr id="1310" name="Google Shape;1310;p2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12" name="Google Shape;1312;p26"/>
            <p:cNvGrpSpPr/>
            <p:nvPr/>
          </p:nvGrpSpPr>
          <p:grpSpPr>
            <a:xfrm>
              <a:off x="3658396" y="563639"/>
              <a:ext cx="2173362" cy="520931"/>
              <a:chOff x="0" y="-47625"/>
              <a:chExt cx="429306" cy="102900"/>
            </a:xfrm>
          </p:grpSpPr>
          <p:sp>
            <p:nvSpPr>
              <p:cNvPr id="1313" name="Google Shape;1313;p26"/>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6"/>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15" name="Google Shape;1315;p26"/>
            <p:cNvGrpSpPr/>
            <p:nvPr/>
          </p:nvGrpSpPr>
          <p:grpSpPr>
            <a:xfrm>
              <a:off x="5314643" y="-241102"/>
              <a:ext cx="1191034" cy="520931"/>
              <a:chOff x="0" y="-47625"/>
              <a:chExt cx="235266" cy="102900"/>
            </a:xfrm>
          </p:grpSpPr>
          <p:sp>
            <p:nvSpPr>
              <p:cNvPr id="1316" name="Google Shape;1316;p26"/>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6"/>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18" name="Google Shape;1318;p26"/>
            <p:cNvGrpSpPr/>
            <p:nvPr/>
          </p:nvGrpSpPr>
          <p:grpSpPr>
            <a:xfrm>
              <a:off x="6610368" y="563639"/>
              <a:ext cx="1191034" cy="520931"/>
              <a:chOff x="0" y="-47625"/>
              <a:chExt cx="235266" cy="102900"/>
            </a:xfrm>
          </p:grpSpPr>
          <p:sp>
            <p:nvSpPr>
              <p:cNvPr id="1319" name="Google Shape;1319;p26"/>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6"/>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21" name="Google Shape;1321;p26"/>
            <p:cNvGrpSpPr/>
            <p:nvPr/>
          </p:nvGrpSpPr>
          <p:grpSpPr>
            <a:xfrm>
              <a:off x="0" y="586483"/>
              <a:ext cx="1202850" cy="498150"/>
              <a:chOff x="0" y="-47625"/>
              <a:chExt cx="237600" cy="98400"/>
            </a:xfrm>
          </p:grpSpPr>
          <p:sp>
            <p:nvSpPr>
              <p:cNvPr id="1322" name="Google Shape;1322;p26"/>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6"/>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24" name="Google Shape;1324;p26"/>
            <p:cNvGrpSpPr/>
            <p:nvPr/>
          </p:nvGrpSpPr>
          <p:grpSpPr>
            <a:xfrm>
              <a:off x="0" y="165164"/>
              <a:ext cx="4377448" cy="520931"/>
              <a:chOff x="0" y="-47625"/>
              <a:chExt cx="864681" cy="102900"/>
            </a:xfrm>
          </p:grpSpPr>
          <p:sp>
            <p:nvSpPr>
              <p:cNvPr id="1325" name="Google Shape;1325;p26"/>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6"/>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27" name="Google Shape;1327;p26"/>
            <p:cNvGrpSpPr/>
            <p:nvPr/>
          </p:nvGrpSpPr>
          <p:grpSpPr>
            <a:xfrm>
              <a:off x="0" y="984958"/>
              <a:ext cx="4377448" cy="520931"/>
              <a:chOff x="0" y="-47625"/>
              <a:chExt cx="864681" cy="102900"/>
            </a:xfrm>
          </p:grpSpPr>
          <p:sp>
            <p:nvSpPr>
              <p:cNvPr id="1328" name="Google Shape;1328;p26"/>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6"/>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330" name="Google Shape;1330;p26"/>
          <p:cNvGrpSpPr/>
          <p:nvPr/>
        </p:nvGrpSpPr>
        <p:grpSpPr>
          <a:xfrm>
            <a:off x="3650325" y="4320457"/>
            <a:ext cx="2065578" cy="1437506"/>
            <a:chOff x="0" y="-47625"/>
            <a:chExt cx="544017" cy="378600"/>
          </a:xfrm>
        </p:grpSpPr>
        <p:sp>
          <p:nvSpPr>
            <p:cNvPr id="1331" name="Google Shape;1331;p26"/>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2" name="Google Shape;1332;p26"/>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33" name="Google Shape;1333;p26"/>
          <p:cNvGrpSpPr/>
          <p:nvPr/>
        </p:nvGrpSpPr>
        <p:grpSpPr>
          <a:xfrm>
            <a:off x="3759900" y="4144389"/>
            <a:ext cx="2065578" cy="1437506"/>
            <a:chOff x="0" y="-47625"/>
            <a:chExt cx="544017" cy="378600"/>
          </a:xfrm>
        </p:grpSpPr>
        <p:sp>
          <p:nvSpPr>
            <p:cNvPr id="1334" name="Google Shape;1334;p26"/>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5" name="Google Shape;1335;p26"/>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36" name="Google Shape;1336;p26"/>
          <p:cNvSpPr txBox="1"/>
          <p:nvPr/>
        </p:nvSpPr>
        <p:spPr>
          <a:xfrm>
            <a:off x="6314175" y="4176963"/>
            <a:ext cx="8323500" cy="1923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2500">
                <a:solidFill>
                  <a:srgbClr val="393A3F"/>
                </a:solidFill>
                <a:latin typeface="Anton"/>
                <a:ea typeface="Anton"/>
                <a:cs typeface="Anton"/>
                <a:sym typeface="Anton"/>
              </a:rPr>
              <a:t>Lists</a:t>
            </a:r>
            <a:endParaRPr/>
          </a:p>
        </p:txBody>
      </p:sp>
      <p:sp>
        <p:nvSpPr>
          <p:cNvPr id="1337" name="Google Shape;1337;p26"/>
          <p:cNvSpPr txBox="1"/>
          <p:nvPr/>
        </p:nvSpPr>
        <p:spPr>
          <a:xfrm>
            <a:off x="4339604" y="4377585"/>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6</a:t>
            </a:r>
            <a:endParaRPr/>
          </a:p>
        </p:txBody>
      </p:sp>
      <p:pic>
        <p:nvPicPr>
          <p:cNvPr id="1338" name="Google Shape;1338;p26"/>
          <p:cNvPicPr preferRelativeResize="0"/>
          <p:nvPr/>
        </p:nvPicPr>
        <p:blipFill>
          <a:blip r:embed="rId3">
            <a:alphaModFix/>
          </a:blip>
          <a:stretch>
            <a:fillRect/>
          </a:stretch>
        </p:blipFill>
        <p:spPr>
          <a:xfrm>
            <a:off x="10209400" y="887342"/>
            <a:ext cx="7951600" cy="7951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1342" name="Shape 1342"/>
        <p:cNvGrpSpPr/>
        <p:nvPr/>
      </p:nvGrpSpPr>
      <p:grpSpPr>
        <a:xfrm>
          <a:off x="0" y="0"/>
          <a:ext cx="0" cy="0"/>
          <a:chOff x="0" y="0"/>
          <a:chExt cx="0" cy="0"/>
        </a:xfrm>
      </p:grpSpPr>
      <p:grpSp>
        <p:nvGrpSpPr>
          <p:cNvPr id="1343" name="Google Shape;1343;p27"/>
          <p:cNvGrpSpPr/>
          <p:nvPr/>
        </p:nvGrpSpPr>
        <p:grpSpPr>
          <a:xfrm>
            <a:off x="1138275" y="864982"/>
            <a:ext cx="2065578" cy="1437506"/>
            <a:chOff x="0" y="-47625"/>
            <a:chExt cx="544017" cy="378600"/>
          </a:xfrm>
        </p:grpSpPr>
        <p:sp>
          <p:nvSpPr>
            <p:cNvPr id="1344" name="Google Shape;1344;p27"/>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27"/>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46" name="Google Shape;1346;p27"/>
          <p:cNvGrpSpPr/>
          <p:nvPr/>
        </p:nvGrpSpPr>
        <p:grpSpPr>
          <a:xfrm>
            <a:off x="1247850" y="688914"/>
            <a:ext cx="2065578" cy="1437506"/>
            <a:chOff x="0" y="-47625"/>
            <a:chExt cx="544017" cy="378600"/>
          </a:xfrm>
        </p:grpSpPr>
        <p:sp>
          <p:nvSpPr>
            <p:cNvPr id="1347" name="Google Shape;1347;p27"/>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27"/>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49" name="Google Shape;1349;p27"/>
          <p:cNvSpPr txBox="1"/>
          <p:nvPr/>
        </p:nvSpPr>
        <p:spPr>
          <a:xfrm>
            <a:off x="3802125" y="721500"/>
            <a:ext cx="10980900" cy="1924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2500">
                <a:solidFill>
                  <a:srgbClr val="393A3F"/>
                </a:solidFill>
                <a:latin typeface="Anton"/>
                <a:ea typeface="Anton"/>
                <a:cs typeface="Anton"/>
                <a:sym typeface="Anton"/>
              </a:rPr>
              <a:t>Lists</a:t>
            </a:r>
            <a:endParaRPr/>
          </a:p>
        </p:txBody>
      </p:sp>
      <p:sp>
        <p:nvSpPr>
          <p:cNvPr id="1350" name="Google Shape;1350;p27"/>
          <p:cNvSpPr txBox="1"/>
          <p:nvPr/>
        </p:nvSpPr>
        <p:spPr>
          <a:xfrm>
            <a:off x="1827554" y="922110"/>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6</a:t>
            </a:r>
            <a:endParaRPr/>
          </a:p>
        </p:txBody>
      </p:sp>
      <p:grpSp>
        <p:nvGrpSpPr>
          <p:cNvPr id="1351" name="Google Shape;1351;p27"/>
          <p:cNvGrpSpPr/>
          <p:nvPr/>
        </p:nvGrpSpPr>
        <p:grpSpPr>
          <a:xfrm>
            <a:off x="11999778" y="8704662"/>
            <a:ext cx="5851052" cy="1310243"/>
            <a:chOff x="2" y="-564"/>
            <a:chExt cx="7801403" cy="1746991"/>
          </a:xfrm>
        </p:grpSpPr>
        <p:grpSp>
          <p:nvGrpSpPr>
            <p:cNvPr id="1352" name="Google Shape;1352;p27"/>
            <p:cNvGrpSpPr/>
            <p:nvPr/>
          </p:nvGrpSpPr>
          <p:grpSpPr>
            <a:xfrm rot="10800000">
              <a:off x="5628043" y="1225496"/>
              <a:ext cx="2173362" cy="520931"/>
              <a:chOff x="0" y="-47625"/>
              <a:chExt cx="429306" cy="102900"/>
            </a:xfrm>
          </p:grpSpPr>
          <p:sp>
            <p:nvSpPr>
              <p:cNvPr id="1353" name="Google Shape;1353;p27"/>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27"/>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55" name="Google Shape;1355;p27"/>
            <p:cNvGrpSpPr/>
            <p:nvPr/>
          </p:nvGrpSpPr>
          <p:grpSpPr>
            <a:xfrm rot="10800000">
              <a:off x="3056329" y="1225496"/>
              <a:ext cx="2173362" cy="520931"/>
              <a:chOff x="0" y="-47625"/>
              <a:chExt cx="429306" cy="102900"/>
            </a:xfrm>
          </p:grpSpPr>
          <p:sp>
            <p:nvSpPr>
              <p:cNvPr id="1356" name="Google Shape;1356;p27"/>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27"/>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58" name="Google Shape;1358;p27"/>
            <p:cNvGrpSpPr/>
            <p:nvPr/>
          </p:nvGrpSpPr>
          <p:grpSpPr>
            <a:xfrm rot="10800000">
              <a:off x="4282710" y="409333"/>
              <a:ext cx="2173362" cy="520931"/>
              <a:chOff x="0" y="-47625"/>
              <a:chExt cx="429306" cy="102900"/>
            </a:xfrm>
          </p:grpSpPr>
          <p:sp>
            <p:nvSpPr>
              <p:cNvPr id="1359" name="Google Shape;1359;p27"/>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27"/>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61" name="Google Shape;1361;p27"/>
            <p:cNvGrpSpPr/>
            <p:nvPr/>
          </p:nvGrpSpPr>
          <p:grpSpPr>
            <a:xfrm rot="10800000">
              <a:off x="1969648" y="420756"/>
              <a:ext cx="2173362" cy="520931"/>
              <a:chOff x="0" y="-47625"/>
              <a:chExt cx="429306" cy="102900"/>
            </a:xfrm>
          </p:grpSpPr>
          <p:sp>
            <p:nvSpPr>
              <p:cNvPr id="1362" name="Google Shape;1362;p27"/>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27"/>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64" name="Google Shape;1364;p27"/>
            <p:cNvGrpSpPr/>
            <p:nvPr/>
          </p:nvGrpSpPr>
          <p:grpSpPr>
            <a:xfrm rot="10800000">
              <a:off x="1295727" y="1225496"/>
              <a:ext cx="1191034" cy="520931"/>
              <a:chOff x="0" y="-47625"/>
              <a:chExt cx="235266" cy="102900"/>
            </a:xfrm>
          </p:grpSpPr>
          <p:sp>
            <p:nvSpPr>
              <p:cNvPr id="1365" name="Google Shape;1365;p27"/>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27"/>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67" name="Google Shape;1367;p27"/>
            <p:cNvGrpSpPr/>
            <p:nvPr/>
          </p:nvGrpSpPr>
          <p:grpSpPr>
            <a:xfrm rot="10800000">
              <a:off x="2" y="420756"/>
              <a:ext cx="1191034" cy="520931"/>
              <a:chOff x="0" y="-47625"/>
              <a:chExt cx="235266" cy="102900"/>
            </a:xfrm>
          </p:grpSpPr>
          <p:sp>
            <p:nvSpPr>
              <p:cNvPr id="1368" name="Google Shape;1368;p27"/>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27"/>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70" name="Google Shape;1370;p27"/>
            <p:cNvGrpSpPr/>
            <p:nvPr/>
          </p:nvGrpSpPr>
          <p:grpSpPr>
            <a:xfrm rot="10800000">
              <a:off x="6598555" y="420693"/>
              <a:ext cx="1202850" cy="498150"/>
              <a:chOff x="0" y="-47625"/>
              <a:chExt cx="237600" cy="98400"/>
            </a:xfrm>
          </p:grpSpPr>
          <p:sp>
            <p:nvSpPr>
              <p:cNvPr id="1371" name="Google Shape;1371;p27"/>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27"/>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73" name="Google Shape;1373;p27"/>
            <p:cNvGrpSpPr/>
            <p:nvPr/>
          </p:nvGrpSpPr>
          <p:grpSpPr>
            <a:xfrm rot="10800000">
              <a:off x="3423956" y="819231"/>
              <a:ext cx="4377448" cy="520931"/>
              <a:chOff x="0" y="-47625"/>
              <a:chExt cx="864681" cy="102900"/>
            </a:xfrm>
          </p:grpSpPr>
          <p:sp>
            <p:nvSpPr>
              <p:cNvPr id="1374" name="Google Shape;1374;p27"/>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27"/>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76" name="Google Shape;1376;p27"/>
            <p:cNvGrpSpPr/>
            <p:nvPr/>
          </p:nvGrpSpPr>
          <p:grpSpPr>
            <a:xfrm rot="10800000">
              <a:off x="3423956" y="-564"/>
              <a:ext cx="4377448" cy="520931"/>
              <a:chOff x="0" y="-47625"/>
              <a:chExt cx="864681" cy="102900"/>
            </a:xfrm>
          </p:grpSpPr>
          <p:sp>
            <p:nvSpPr>
              <p:cNvPr id="1377" name="Google Shape;1377;p27"/>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27"/>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379" name="Google Shape;1379;p27"/>
          <p:cNvSpPr txBox="1"/>
          <p:nvPr/>
        </p:nvSpPr>
        <p:spPr>
          <a:xfrm>
            <a:off x="1138275" y="2976450"/>
            <a:ext cx="15741600" cy="6134700"/>
          </a:xfrm>
          <a:prstGeom prst="rect">
            <a:avLst/>
          </a:prstGeom>
          <a:noFill/>
          <a:ln>
            <a:noFill/>
          </a:ln>
        </p:spPr>
        <p:txBody>
          <a:bodyPr anchorCtr="0" anchor="t" bIns="0" lIns="0" spcFirstLastPara="1" rIns="0" wrap="square" tIns="0">
            <a:noAutofit/>
          </a:bodyPr>
          <a:lstStyle/>
          <a:p>
            <a:pPr indent="-469900" lvl="0" marL="457200" rtl="0" algn="l">
              <a:lnSpc>
                <a:spcPct val="115000"/>
              </a:lnSpc>
              <a:spcBef>
                <a:spcPts val="1200"/>
              </a:spcBef>
              <a:spcAft>
                <a:spcPts val="0"/>
              </a:spcAft>
              <a:buClr>
                <a:schemeClr val="dk1"/>
              </a:buClr>
              <a:buSzPts val="3800"/>
              <a:buFont typeface="Verdana"/>
              <a:buChar char="●"/>
            </a:pPr>
            <a:r>
              <a:rPr lang="en-US" sz="3800">
                <a:solidFill>
                  <a:schemeClr val="dk1"/>
                </a:solidFill>
                <a:latin typeface="Verdana"/>
                <a:ea typeface="Verdana"/>
                <a:cs typeface="Verdana"/>
                <a:sym typeface="Verdana"/>
              </a:rPr>
              <a:t>A list is a collection of items which can be stored in a single variable</a:t>
            </a:r>
            <a:br>
              <a:rPr lang="en-US" sz="3800">
                <a:solidFill>
                  <a:schemeClr val="dk1"/>
                </a:solidFill>
                <a:latin typeface="Verdana"/>
                <a:ea typeface="Verdana"/>
                <a:cs typeface="Verdana"/>
                <a:sym typeface="Verdana"/>
              </a:rPr>
            </a:br>
            <a:endParaRPr sz="3800">
              <a:solidFill>
                <a:schemeClr val="dk1"/>
              </a:solidFill>
              <a:latin typeface="Verdana"/>
              <a:ea typeface="Verdana"/>
              <a:cs typeface="Verdana"/>
              <a:sym typeface="Verdana"/>
            </a:endParaRPr>
          </a:p>
          <a:p>
            <a:pPr indent="-469900" lvl="0" marL="457200" rtl="0" algn="l">
              <a:lnSpc>
                <a:spcPct val="115000"/>
              </a:lnSpc>
              <a:spcBef>
                <a:spcPts val="0"/>
              </a:spcBef>
              <a:spcAft>
                <a:spcPts val="0"/>
              </a:spcAft>
              <a:buClr>
                <a:schemeClr val="dk1"/>
              </a:buClr>
              <a:buSzPts val="3800"/>
              <a:buFont typeface="Verdana"/>
              <a:buChar char="●"/>
            </a:pPr>
            <a:r>
              <a:rPr lang="en-US" sz="3800">
                <a:solidFill>
                  <a:schemeClr val="dk1"/>
                </a:solidFill>
                <a:latin typeface="Verdana"/>
                <a:ea typeface="Verdana"/>
                <a:cs typeface="Verdana"/>
                <a:sym typeface="Verdana"/>
              </a:rPr>
              <a:t>Lists have a defined order, meaning items can be accessed using indexes</a:t>
            </a:r>
            <a:br>
              <a:rPr lang="en-US" sz="3800">
                <a:solidFill>
                  <a:schemeClr val="dk1"/>
                </a:solidFill>
                <a:latin typeface="Verdana"/>
                <a:ea typeface="Verdana"/>
                <a:cs typeface="Verdana"/>
                <a:sym typeface="Verdana"/>
              </a:rPr>
            </a:br>
            <a:endParaRPr sz="3800">
              <a:solidFill>
                <a:schemeClr val="dk1"/>
              </a:solidFill>
              <a:latin typeface="Verdana"/>
              <a:ea typeface="Verdana"/>
              <a:cs typeface="Verdana"/>
              <a:sym typeface="Verdana"/>
            </a:endParaRPr>
          </a:p>
          <a:p>
            <a:pPr indent="-469900" lvl="0" marL="457200" rtl="0" algn="l">
              <a:lnSpc>
                <a:spcPct val="115000"/>
              </a:lnSpc>
              <a:spcBef>
                <a:spcPts val="0"/>
              </a:spcBef>
              <a:spcAft>
                <a:spcPts val="0"/>
              </a:spcAft>
              <a:buClr>
                <a:schemeClr val="dk1"/>
              </a:buClr>
              <a:buSzPts val="3800"/>
              <a:buFont typeface="Verdana"/>
              <a:buChar char="●"/>
            </a:pPr>
            <a:r>
              <a:rPr lang="en-US" sz="3800">
                <a:solidFill>
                  <a:schemeClr val="dk1"/>
                </a:solidFill>
                <a:latin typeface="Verdana"/>
                <a:ea typeface="Verdana"/>
                <a:cs typeface="Verdana"/>
                <a:sym typeface="Verdana"/>
              </a:rPr>
              <a:t>Basic Syntax:</a:t>
            </a:r>
            <a:endParaRPr sz="3800">
              <a:solidFill>
                <a:schemeClr val="dk1"/>
              </a:solidFill>
              <a:latin typeface="Verdana"/>
              <a:ea typeface="Verdana"/>
              <a:cs typeface="Verdana"/>
              <a:sym typeface="Verdana"/>
            </a:endParaRPr>
          </a:p>
        </p:txBody>
      </p:sp>
      <p:pic>
        <p:nvPicPr>
          <p:cNvPr id="1380" name="Google Shape;1380;p27"/>
          <p:cNvPicPr preferRelativeResize="0"/>
          <p:nvPr/>
        </p:nvPicPr>
        <p:blipFill>
          <a:blip r:embed="rId3">
            <a:alphaModFix/>
          </a:blip>
          <a:stretch>
            <a:fillRect/>
          </a:stretch>
        </p:blipFill>
        <p:spPr>
          <a:xfrm>
            <a:off x="1827550" y="7658850"/>
            <a:ext cx="9191475" cy="873950"/>
          </a:xfrm>
          <a:prstGeom prst="rect">
            <a:avLst/>
          </a:prstGeom>
          <a:noFill/>
          <a:ln>
            <a:noFill/>
          </a:ln>
        </p:spPr>
      </p:pic>
      <p:sp>
        <p:nvSpPr>
          <p:cNvPr id="1381" name="Google Shape;1381;p27"/>
          <p:cNvSpPr txBox="1"/>
          <p:nvPr/>
        </p:nvSpPr>
        <p:spPr>
          <a:xfrm>
            <a:off x="1872525" y="8669925"/>
            <a:ext cx="9146400" cy="55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3500">
                <a:solidFill>
                  <a:schemeClr val="dk1"/>
                </a:solidFill>
              </a:rPr>
              <a:t>Indexes:         </a:t>
            </a:r>
            <a:r>
              <a:rPr lang="en-US" sz="3500">
                <a:solidFill>
                  <a:schemeClr val="dk1"/>
                </a:solidFill>
              </a:rPr>
              <a:t>0                 1                  2</a:t>
            </a:r>
            <a:br>
              <a:rPr lang="en-US" sz="3500">
                <a:solidFill>
                  <a:schemeClr val="dk1"/>
                </a:solidFill>
              </a:rPr>
            </a:br>
            <a:r>
              <a:rPr lang="en-US" sz="3500">
                <a:solidFill>
                  <a:schemeClr val="dk1"/>
                </a:solidFill>
              </a:rPr>
              <a:t>                       -3                -2                -1</a:t>
            </a:r>
            <a:endParaRPr sz="35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1385" name="Shape 1385"/>
        <p:cNvGrpSpPr/>
        <p:nvPr/>
      </p:nvGrpSpPr>
      <p:grpSpPr>
        <a:xfrm>
          <a:off x="0" y="0"/>
          <a:ext cx="0" cy="0"/>
          <a:chOff x="0" y="0"/>
          <a:chExt cx="0" cy="0"/>
        </a:xfrm>
      </p:grpSpPr>
      <p:grpSp>
        <p:nvGrpSpPr>
          <p:cNvPr id="1386" name="Google Shape;1386;p28"/>
          <p:cNvGrpSpPr/>
          <p:nvPr/>
        </p:nvGrpSpPr>
        <p:grpSpPr>
          <a:xfrm>
            <a:off x="1138275" y="864982"/>
            <a:ext cx="2065578" cy="1437506"/>
            <a:chOff x="0" y="-47625"/>
            <a:chExt cx="544017" cy="378600"/>
          </a:xfrm>
        </p:grpSpPr>
        <p:sp>
          <p:nvSpPr>
            <p:cNvPr id="1387" name="Google Shape;1387;p28"/>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28"/>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89" name="Google Shape;1389;p28"/>
          <p:cNvGrpSpPr/>
          <p:nvPr/>
        </p:nvGrpSpPr>
        <p:grpSpPr>
          <a:xfrm>
            <a:off x="1247850" y="688914"/>
            <a:ext cx="2065578" cy="1437506"/>
            <a:chOff x="0" y="-47625"/>
            <a:chExt cx="544017" cy="378600"/>
          </a:xfrm>
        </p:grpSpPr>
        <p:sp>
          <p:nvSpPr>
            <p:cNvPr id="1390" name="Google Shape;1390;p28"/>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28"/>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92" name="Google Shape;1392;p28"/>
          <p:cNvSpPr txBox="1"/>
          <p:nvPr/>
        </p:nvSpPr>
        <p:spPr>
          <a:xfrm>
            <a:off x="3802125" y="721500"/>
            <a:ext cx="10980900" cy="19239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2500">
                <a:solidFill>
                  <a:srgbClr val="393A3F"/>
                </a:solidFill>
                <a:latin typeface="Anton"/>
                <a:ea typeface="Anton"/>
                <a:cs typeface="Anton"/>
                <a:sym typeface="Anton"/>
              </a:rPr>
              <a:t>Lists Operations</a:t>
            </a:r>
            <a:endParaRPr/>
          </a:p>
        </p:txBody>
      </p:sp>
      <p:sp>
        <p:nvSpPr>
          <p:cNvPr id="1393" name="Google Shape;1393;p28"/>
          <p:cNvSpPr txBox="1"/>
          <p:nvPr/>
        </p:nvSpPr>
        <p:spPr>
          <a:xfrm>
            <a:off x="1827554" y="922110"/>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6</a:t>
            </a:r>
            <a:endParaRPr/>
          </a:p>
        </p:txBody>
      </p:sp>
      <p:grpSp>
        <p:nvGrpSpPr>
          <p:cNvPr id="1394" name="Google Shape;1394;p28"/>
          <p:cNvGrpSpPr/>
          <p:nvPr/>
        </p:nvGrpSpPr>
        <p:grpSpPr>
          <a:xfrm>
            <a:off x="11999778" y="8704662"/>
            <a:ext cx="5851052" cy="1310243"/>
            <a:chOff x="2" y="-564"/>
            <a:chExt cx="7801403" cy="1746991"/>
          </a:xfrm>
        </p:grpSpPr>
        <p:grpSp>
          <p:nvGrpSpPr>
            <p:cNvPr id="1395" name="Google Shape;1395;p28"/>
            <p:cNvGrpSpPr/>
            <p:nvPr/>
          </p:nvGrpSpPr>
          <p:grpSpPr>
            <a:xfrm rot="10800000">
              <a:off x="5628043" y="1225496"/>
              <a:ext cx="2173362" cy="520931"/>
              <a:chOff x="0" y="-47625"/>
              <a:chExt cx="429306" cy="102900"/>
            </a:xfrm>
          </p:grpSpPr>
          <p:sp>
            <p:nvSpPr>
              <p:cNvPr id="1396" name="Google Shape;1396;p28"/>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28"/>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98" name="Google Shape;1398;p28"/>
            <p:cNvGrpSpPr/>
            <p:nvPr/>
          </p:nvGrpSpPr>
          <p:grpSpPr>
            <a:xfrm rot="10800000">
              <a:off x="3056329" y="1225496"/>
              <a:ext cx="2173362" cy="520931"/>
              <a:chOff x="0" y="-47625"/>
              <a:chExt cx="429306" cy="102900"/>
            </a:xfrm>
          </p:grpSpPr>
          <p:sp>
            <p:nvSpPr>
              <p:cNvPr id="1399" name="Google Shape;1399;p28"/>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0" name="Google Shape;1400;p28"/>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01" name="Google Shape;1401;p28"/>
            <p:cNvGrpSpPr/>
            <p:nvPr/>
          </p:nvGrpSpPr>
          <p:grpSpPr>
            <a:xfrm rot="10800000">
              <a:off x="4282710" y="409333"/>
              <a:ext cx="2173362" cy="520931"/>
              <a:chOff x="0" y="-47625"/>
              <a:chExt cx="429306" cy="102900"/>
            </a:xfrm>
          </p:grpSpPr>
          <p:sp>
            <p:nvSpPr>
              <p:cNvPr id="1402" name="Google Shape;1402;p28"/>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28"/>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04" name="Google Shape;1404;p28"/>
            <p:cNvGrpSpPr/>
            <p:nvPr/>
          </p:nvGrpSpPr>
          <p:grpSpPr>
            <a:xfrm rot="10800000">
              <a:off x="1969648" y="420756"/>
              <a:ext cx="2173362" cy="520931"/>
              <a:chOff x="0" y="-47625"/>
              <a:chExt cx="429306" cy="102900"/>
            </a:xfrm>
          </p:grpSpPr>
          <p:sp>
            <p:nvSpPr>
              <p:cNvPr id="1405" name="Google Shape;1405;p28"/>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28"/>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07" name="Google Shape;1407;p28"/>
            <p:cNvGrpSpPr/>
            <p:nvPr/>
          </p:nvGrpSpPr>
          <p:grpSpPr>
            <a:xfrm rot="10800000">
              <a:off x="1295727" y="1225496"/>
              <a:ext cx="1191034" cy="520931"/>
              <a:chOff x="0" y="-47625"/>
              <a:chExt cx="235266" cy="102900"/>
            </a:xfrm>
          </p:grpSpPr>
          <p:sp>
            <p:nvSpPr>
              <p:cNvPr id="1408" name="Google Shape;1408;p28"/>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9" name="Google Shape;1409;p28"/>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10" name="Google Shape;1410;p28"/>
            <p:cNvGrpSpPr/>
            <p:nvPr/>
          </p:nvGrpSpPr>
          <p:grpSpPr>
            <a:xfrm rot="10800000">
              <a:off x="2" y="420756"/>
              <a:ext cx="1191034" cy="520931"/>
              <a:chOff x="0" y="-47625"/>
              <a:chExt cx="235266" cy="102900"/>
            </a:xfrm>
          </p:grpSpPr>
          <p:sp>
            <p:nvSpPr>
              <p:cNvPr id="1411" name="Google Shape;1411;p28"/>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28"/>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13" name="Google Shape;1413;p28"/>
            <p:cNvGrpSpPr/>
            <p:nvPr/>
          </p:nvGrpSpPr>
          <p:grpSpPr>
            <a:xfrm rot="10800000">
              <a:off x="6598555" y="420693"/>
              <a:ext cx="1202850" cy="498150"/>
              <a:chOff x="0" y="-47625"/>
              <a:chExt cx="237600" cy="98400"/>
            </a:xfrm>
          </p:grpSpPr>
          <p:sp>
            <p:nvSpPr>
              <p:cNvPr id="1414" name="Google Shape;1414;p28"/>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28"/>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16" name="Google Shape;1416;p28"/>
            <p:cNvGrpSpPr/>
            <p:nvPr/>
          </p:nvGrpSpPr>
          <p:grpSpPr>
            <a:xfrm rot="10800000">
              <a:off x="3423956" y="819231"/>
              <a:ext cx="4377448" cy="520931"/>
              <a:chOff x="0" y="-47625"/>
              <a:chExt cx="864681" cy="102900"/>
            </a:xfrm>
          </p:grpSpPr>
          <p:sp>
            <p:nvSpPr>
              <p:cNvPr id="1417" name="Google Shape;1417;p28"/>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28"/>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19" name="Google Shape;1419;p28"/>
            <p:cNvGrpSpPr/>
            <p:nvPr/>
          </p:nvGrpSpPr>
          <p:grpSpPr>
            <a:xfrm rot="10800000">
              <a:off x="3423956" y="-564"/>
              <a:ext cx="4377448" cy="520931"/>
              <a:chOff x="0" y="-47625"/>
              <a:chExt cx="864681" cy="102900"/>
            </a:xfrm>
          </p:grpSpPr>
          <p:sp>
            <p:nvSpPr>
              <p:cNvPr id="1420" name="Google Shape;1420;p28"/>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28"/>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422" name="Google Shape;1422;p28"/>
          <p:cNvSpPr txBox="1"/>
          <p:nvPr/>
        </p:nvSpPr>
        <p:spPr>
          <a:xfrm>
            <a:off x="1138275" y="3141050"/>
            <a:ext cx="10861500" cy="6134700"/>
          </a:xfrm>
          <a:prstGeom prst="rect">
            <a:avLst/>
          </a:prstGeom>
          <a:noFill/>
          <a:ln>
            <a:noFill/>
          </a:ln>
        </p:spPr>
        <p:txBody>
          <a:bodyPr anchorCtr="0" anchor="t" bIns="0" lIns="0" spcFirstLastPara="1" rIns="0" wrap="square" tIns="0">
            <a:noAutofit/>
          </a:bodyPr>
          <a:lstStyle/>
          <a:p>
            <a:pPr indent="-450850" lvl="0" marL="457200" rtl="0" algn="l">
              <a:lnSpc>
                <a:spcPct val="115000"/>
              </a:lnSpc>
              <a:spcBef>
                <a:spcPts val="1000"/>
              </a:spcBef>
              <a:spcAft>
                <a:spcPts val="0"/>
              </a:spcAft>
              <a:buClr>
                <a:schemeClr val="dk1"/>
              </a:buClr>
              <a:buSzPts val="3500"/>
              <a:buFont typeface="Verdana"/>
              <a:buChar char="●"/>
            </a:pPr>
            <a:r>
              <a:rPr b="1" lang="en-US" sz="3500">
                <a:solidFill>
                  <a:schemeClr val="dk1"/>
                </a:solidFill>
                <a:latin typeface="Verdana"/>
                <a:ea typeface="Verdana"/>
                <a:cs typeface="Verdana"/>
                <a:sym typeface="Verdana"/>
              </a:rPr>
              <a:t>Accessing Items: </a:t>
            </a:r>
            <a:endParaRPr b="1" sz="3500">
              <a:solidFill>
                <a:schemeClr val="dk1"/>
              </a:solidFill>
              <a:latin typeface="Verdana"/>
              <a:ea typeface="Verdana"/>
              <a:cs typeface="Verdana"/>
              <a:sym typeface="Verdana"/>
            </a:endParaRPr>
          </a:p>
          <a:p>
            <a:pPr indent="-450850" lvl="1" marL="914400" rtl="0" algn="l">
              <a:lnSpc>
                <a:spcPct val="115000"/>
              </a:lnSpc>
              <a:spcBef>
                <a:spcPts val="1000"/>
              </a:spcBef>
              <a:spcAft>
                <a:spcPts val="0"/>
              </a:spcAft>
              <a:buClr>
                <a:schemeClr val="dk1"/>
              </a:buClr>
              <a:buSzPts val="3500"/>
              <a:buFont typeface="Verdana"/>
              <a:buChar char="○"/>
            </a:pPr>
            <a:r>
              <a:rPr lang="en-US" sz="3500">
                <a:solidFill>
                  <a:schemeClr val="dk1"/>
                </a:solidFill>
                <a:latin typeface="Verdana"/>
                <a:ea typeface="Verdana"/>
                <a:cs typeface="Verdana"/>
                <a:sym typeface="Verdana"/>
              </a:rPr>
              <a:t>list_name[index#]</a:t>
            </a:r>
            <a:br>
              <a:rPr lang="en-US" sz="3500">
                <a:solidFill>
                  <a:schemeClr val="dk1"/>
                </a:solidFill>
                <a:latin typeface="Verdana"/>
                <a:ea typeface="Verdana"/>
                <a:cs typeface="Verdana"/>
                <a:sym typeface="Verdana"/>
              </a:rPr>
            </a:br>
            <a:endParaRPr sz="3500">
              <a:solidFill>
                <a:schemeClr val="dk1"/>
              </a:solidFill>
              <a:latin typeface="Verdana"/>
              <a:ea typeface="Verdana"/>
              <a:cs typeface="Verdana"/>
              <a:sym typeface="Verdana"/>
            </a:endParaRPr>
          </a:p>
          <a:p>
            <a:pPr indent="-450850" lvl="0" marL="457200" rtl="0" algn="l">
              <a:lnSpc>
                <a:spcPct val="115000"/>
              </a:lnSpc>
              <a:spcBef>
                <a:spcPts val="1000"/>
              </a:spcBef>
              <a:spcAft>
                <a:spcPts val="0"/>
              </a:spcAft>
              <a:buClr>
                <a:schemeClr val="dk1"/>
              </a:buClr>
              <a:buSzPts val="3500"/>
              <a:buFont typeface="Verdana"/>
              <a:buChar char="●"/>
            </a:pPr>
            <a:r>
              <a:rPr b="1" lang="en-US" sz="3500">
                <a:solidFill>
                  <a:schemeClr val="dk1"/>
                </a:solidFill>
                <a:latin typeface="Verdana"/>
                <a:ea typeface="Verdana"/>
                <a:cs typeface="Verdana"/>
                <a:sym typeface="Verdana"/>
              </a:rPr>
              <a:t>Adding Items: </a:t>
            </a:r>
            <a:endParaRPr b="1" sz="3500">
              <a:solidFill>
                <a:schemeClr val="dk1"/>
              </a:solidFill>
              <a:latin typeface="Verdana"/>
              <a:ea typeface="Verdana"/>
              <a:cs typeface="Verdana"/>
              <a:sym typeface="Verdana"/>
            </a:endParaRPr>
          </a:p>
          <a:p>
            <a:pPr indent="-450850" lvl="1" marL="914400" rtl="0" algn="l">
              <a:lnSpc>
                <a:spcPct val="115000"/>
              </a:lnSpc>
              <a:spcBef>
                <a:spcPts val="1000"/>
              </a:spcBef>
              <a:spcAft>
                <a:spcPts val="0"/>
              </a:spcAft>
              <a:buClr>
                <a:schemeClr val="dk1"/>
              </a:buClr>
              <a:buSzPts val="3500"/>
              <a:buFont typeface="Verdana"/>
              <a:buChar char="○"/>
            </a:pPr>
            <a:r>
              <a:rPr lang="en-US" sz="3500">
                <a:solidFill>
                  <a:schemeClr val="dk1"/>
                </a:solidFill>
                <a:latin typeface="Verdana"/>
                <a:ea typeface="Verdana"/>
                <a:cs typeface="Verdana"/>
                <a:sym typeface="Verdana"/>
              </a:rPr>
              <a:t>list_name.append(item) </a:t>
            </a:r>
            <a:endParaRPr sz="3500">
              <a:solidFill>
                <a:schemeClr val="dk1"/>
              </a:solidFill>
              <a:latin typeface="Verdana"/>
              <a:ea typeface="Verdana"/>
              <a:cs typeface="Verdana"/>
              <a:sym typeface="Verdana"/>
            </a:endParaRPr>
          </a:p>
          <a:p>
            <a:pPr indent="-450850" lvl="1" marL="914400" rtl="0" algn="l">
              <a:lnSpc>
                <a:spcPct val="115000"/>
              </a:lnSpc>
              <a:spcBef>
                <a:spcPts val="1000"/>
              </a:spcBef>
              <a:spcAft>
                <a:spcPts val="0"/>
              </a:spcAft>
              <a:buClr>
                <a:schemeClr val="dk1"/>
              </a:buClr>
              <a:buSzPts val="3500"/>
              <a:buFont typeface="Verdana"/>
              <a:buChar char="○"/>
            </a:pPr>
            <a:r>
              <a:rPr lang="en-US" sz="3500">
                <a:solidFill>
                  <a:schemeClr val="dk1"/>
                </a:solidFill>
                <a:latin typeface="Verdana"/>
                <a:ea typeface="Verdana"/>
                <a:cs typeface="Verdana"/>
                <a:sym typeface="Verdana"/>
              </a:rPr>
              <a:t>Adds items to the end of the list</a:t>
            </a:r>
            <a:br>
              <a:rPr lang="en-US" sz="3500">
                <a:solidFill>
                  <a:schemeClr val="dk1"/>
                </a:solidFill>
                <a:latin typeface="Verdana"/>
                <a:ea typeface="Verdana"/>
                <a:cs typeface="Verdana"/>
                <a:sym typeface="Verdana"/>
              </a:rPr>
            </a:br>
            <a:endParaRPr sz="3500">
              <a:solidFill>
                <a:schemeClr val="dk1"/>
              </a:solidFill>
              <a:latin typeface="Verdana"/>
              <a:ea typeface="Verdana"/>
              <a:cs typeface="Verdana"/>
              <a:sym typeface="Verdana"/>
            </a:endParaRPr>
          </a:p>
          <a:p>
            <a:pPr indent="-450850" lvl="0" marL="457200" rtl="0" algn="l">
              <a:lnSpc>
                <a:spcPct val="115000"/>
              </a:lnSpc>
              <a:spcBef>
                <a:spcPts val="1000"/>
              </a:spcBef>
              <a:spcAft>
                <a:spcPts val="0"/>
              </a:spcAft>
              <a:buClr>
                <a:schemeClr val="dk1"/>
              </a:buClr>
              <a:buSzPts val="3500"/>
              <a:buFont typeface="Verdana"/>
              <a:buChar char="●"/>
            </a:pPr>
            <a:r>
              <a:rPr b="1" lang="en-US" sz="3500">
                <a:solidFill>
                  <a:schemeClr val="dk1"/>
                </a:solidFill>
                <a:latin typeface="Verdana"/>
                <a:ea typeface="Verdana"/>
                <a:cs typeface="Verdana"/>
                <a:sym typeface="Verdana"/>
              </a:rPr>
              <a:t>Slicing the List:</a:t>
            </a:r>
            <a:endParaRPr b="1" sz="3500">
              <a:solidFill>
                <a:schemeClr val="dk1"/>
              </a:solidFill>
              <a:latin typeface="Verdana"/>
              <a:ea typeface="Verdana"/>
              <a:cs typeface="Verdana"/>
              <a:sym typeface="Verdana"/>
            </a:endParaRPr>
          </a:p>
          <a:p>
            <a:pPr indent="-450850" lvl="1" marL="914400" rtl="0" algn="l">
              <a:lnSpc>
                <a:spcPct val="115000"/>
              </a:lnSpc>
              <a:spcBef>
                <a:spcPts val="1000"/>
              </a:spcBef>
              <a:spcAft>
                <a:spcPts val="0"/>
              </a:spcAft>
              <a:buClr>
                <a:schemeClr val="dk1"/>
              </a:buClr>
              <a:buSzPts val="3500"/>
              <a:buFont typeface="Verdana"/>
              <a:buChar char="○"/>
            </a:pPr>
            <a:r>
              <a:rPr lang="en-US" sz="3500">
                <a:solidFill>
                  <a:schemeClr val="dk1"/>
                </a:solidFill>
                <a:latin typeface="Verdana"/>
                <a:ea typeface="Verdana"/>
                <a:cs typeface="Verdana"/>
                <a:sym typeface="Verdana"/>
              </a:rPr>
              <a:t>list_name[starting index#: ending index#]</a:t>
            </a:r>
            <a:endParaRPr sz="3500">
              <a:solidFill>
                <a:schemeClr val="dk1"/>
              </a:solidFill>
              <a:latin typeface="Verdana"/>
              <a:ea typeface="Verdana"/>
              <a:cs typeface="Verdana"/>
              <a:sym typeface="Verdana"/>
            </a:endParaRPr>
          </a:p>
          <a:p>
            <a:pPr indent="0" lvl="0" marL="457200" rtl="0" algn="l">
              <a:lnSpc>
                <a:spcPct val="115000"/>
              </a:lnSpc>
              <a:spcBef>
                <a:spcPts val="1000"/>
              </a:spcBef>
              <a:spcAft>
                <a:spcPts val="0"/>
              </a:spcAft>
              <a:buNone/>
            </a:pPr>
            <a:r>
              <a:t/>
            </a:r>
            <a:endParaRPr sz="3500">
              <a:solidFill>
                <a:schemeClr val="dk1"/>
              </a:solidFill>
              <a:latin typeface="Verdana"/>
              <a:ea typeface="Verdana"/>
              <a:cs typeface="Verdana"/>
              <a:sym typeface="Verdana"/>
            </a:endParaRPr>
          </a:p>
          <a:p>
            <a:pPr indent="0" lvl="0" marL="457200" rtl="0" algn="l">
              <a:lnSpc>
                <a:spcPct val="115000"/>
              </a:lnSpc>
              <a:spcBef>
                <a:spcPts val="1000"/>
              </a:spcBef>
              <a:spcAft>
                <a:spcPts val="2000"/>
              </a:spcAft>
              <a:buNone/>
            </a:pPr>
            <a:r>
              <a:t/>
            </a:r>
            <a:endParaRPr sz="3500">
              <a:solidFill>
                <a:schemeClr val="dk1"/>
              </a:solidFill>
              <a:latin typeface="Verdana"/>
              <a:ea typeface="Verdana"/>
              <a:cs typeface="Verdana"/>
              <a:sym typeface="Verdana"/>
            </a:endParaRPr>
          </a:p>
        </p:txBody>
      </p:sp>
      <p:sp>
        <p:nvSpPr>
          <p:cNvPr id="1423" name="Google Shape;1423;p28"/>
          <p:cNvSpPr txBox="1"/>
          <p:nvPr/>
        </p:nvSpPr>
        <p:spPr>
          <a:xfrm>
            <a:off x="9424725" y="3141050"/>
            <a:ext cx="8096400" cy="4175700"/>
          </a:xfrm>
          <a:prstGeom prst="rect">
            <a:avLst/>
          </a:prstGeom>
          <a:noFill/>
          <a:ln>
            <a:noFill/>
          </a:ln>
        </p:spPr>
        <p:txBody>
          <a:bodyPr anchorCtr="0" anchor="t" bIns="0" lIns="0" spcFirstLastPara="1" rIns="0" wrap="square" tIns="0">
            <a:noAutofit/>
          </a:bodyPr>
          <a:lstStyle/>
          <a:p>
            <a:pPr indent="-450850" lvl="0" marL="457200" rtl="0" algn="l">
              <a:lnSpc>
                <a:spcPct val="115000"/>
              </a:lnSpc>
              <a:spcBef>
                <a:spcPts val="1000"/>
              </a:spcBef>
              <a:spcAft>
                <a:spcPts val="0"/>
              </a:spcAft>
              <a:buClr>
                <a:schemeClr val="dk1"/>
              </a:buClr>
              <a:buSzPts val="3500"/>
              <a:buFont typeface="Verdana"/>
              <a:buChar char="●"/>
            </a:pPr>
            <a:r>
              <a:rPr b="1" lang="en-US" sz="3500">
                <a:solidFill>
                  <a:schemeClr val="dk1"/>
                </a:solidFill>
                <a:latin typeface="Verdana"/>
                <a:ea typeface="Verdana"/>
                <a:cs typeface="Verdana"/>
                <a:sym typeface="Verdana"/>
              </a:rPr>
              <a:t>Inserting Items: </a:t>
            </a:r>
            <a:endParaRPr b="1" sz="3500">
              <a:solidFill>
                <a:schemeClr val="dk1"/>
              </a:solidFill>
              <a:latin typeface="Verdana"/>
              <a:ea typeface="Verdana"/>
              <a:cs typeface="Verdana"/>
              <a:sym typeface="Verdana"/>
            </a:endParaRPr>
          </a:p>
          <a:p>
            <a:pPr indent="-450850" lvl="1" marL="914400" rtl="0" algn="l">
              <a:lnSpc>
                <a:spcPct val="115000"/>
              </a:lnSpc>
              <a:spcBef>
                <a:spcPts val="1000"/>
              </a:spcBef>
              <a:spcAft>
                <a:spcPts val="0"/>
              </a:spcAft>
              <a:buClr>
                <a:schemeClr val="dk1"/>
              </a:buClr>
              <a:buSzPts val="3500"/>
              <a:buFont typeface="Verdana"/>
              <a:buChar char="○"/>
            </a:pPr>
            <a:r>
              <a:rPr lang="en-US" sz="3500">
                <a:solidFill>
                  <a:schemeClr val="dk1"/>
                </a:solidFill>
                <a:latin typeface="Verdana"/>
                <a:ea typeface="Verdana"/>
                <a:cs typeface="Verdana"/>
                <a:sym typeface="Verdana"/>
              </a:rPr>
              <a:t>list_name.insert(index#, item)</a:t>
            </a:r>
            <a:br>
              <a:rPr lang="en-US" sz="3500">
                <a:solidFill>
                  <a:schemeClr val="dk1"/>
                </a:solidFill>
                <a:latin typeface="Verdana"/>
                <a:ea typeface="Verdana"/>
                <a:cs typeface="Verdana"/>
                <a:sym typeface="Verdana"/>
              </a:rPr>
            </a:br>
            <a:endParaRPr sz="3500">
              <a:solidFill>
                <a:schemeClr val="dk1"/>
              </a:solidFill>
              <a:latin typeface="Verdana"/>
              <a:ea typeface="Verdana"/>
              <a:cs typeface="Verdana"/>
              <a:sym typeface="Verdana"/>
            </a:endParaRPr>
          </a:p>
          <a:p>
            <a:pPr indent="-450850" lvl="0" marL="457200" rtl="0" algn="l">
              <a:lnSpc>
                <a:spcPct val="115000"/>
              </a:lnSpc>
              <a:spcBef>
                <a:spcPts val="1000"/>
              </a:spcBef>
              <a:spcAft>
                <a:spcPts val="0"/>
              </a:spcAft>
              <a:buClr>
                <a:schemeClr val="dk1"/>
              </a:buClr>
              <a:buSzPts val="3500"/>
              <a:buFont typeface="Verdana"/>
              <a:buChar char="●"/>
            </a:pPr>
            <a:r>
              <a:rPr b="1" lang="en-US" sz="3500">
                <a:solidFill>
                  <a:schemeClr val="dk1"/>
                </a:solidFill>
                <a:latin typeface="Verdana"/>
                <a:ea typeface="Verdana"/>
                <a:cs typeface="Verdana"/>
                <a:sym typeface="Verdana"/>
              </a:rPr>
              <a:t>Removing Items: </a:t>
            </a:r>
            <a:endParaRPr b="1" sz="3500">
              <a:solidFill>
                <a:schemeClr val="dk1"/>
              </a:solidFill>
              <a:latin typeface="Verdana"/>
              <a:ea typeface="Verdana"/>
              <a:cs typeface="Verdana"/>
              <a:sym typeface="Verdana"/>
            </a:endParaRPr>
          </a:p>
          <a:p>
            <a:pPr indent="-450850" lvl="1" marL="914400" rtl="0" algn="l">
              <a:lnSpc>
                <a:spcPct val="115000"/>
              </a:lnSpc>
              <a:spcBef>
                <a:spcPts val="1000"/>
              </a:spcBef>
              <a:spcAft>
                <a:spcPts val="0"/>
              </a:spcAft>
              <a:buClr>
                <a:schemeClr val="dk1"/>
              </a:buClr>
              <a:buSzPts val="3500"/>
              <a:buFont typeface="Verdana"/>
              <a:buChar char="○"/>
            </a:pPr>
            <a:r>
              <a:rPr lang="en-US" sz="3500">
                <a:solidFill>
                  <a:schemeClr val="dk1"/>
                </a:solidFill>
                <a:latin typeface="Verdana"/>
                <a:ea typeface="Verdana"/>
                <a:cs typeface="Verdana"/>
                <a:sym typeface="Verdana"/>
              </a:rPr>
              <a:t>list_name.remove(item) </a:t>
            </a:r>
            <a:endParaRPr sz="3500">
              <a:solidFill>
                <a:schemeClr val="dk1"/>
              </a:solidFill>
              <a:latin typeface="Verdana"/>
              <a:ea typeface="Verdana"/>
              <a:cs typeface="Verdana"/>
              <a:sym typeface="Verdana"/>
            </a:endParaRPr>
          </a:p>
          <a:p>
            <a:pPr indent="-450850" lvl="1" marL="914400" rtl="0" algn="l">
              <a:lnSpc>
                <a:spcPct val="115000"/>
              </a:lnSpc>
              <a:spcBef>
                <a:spcPts val="1000"/>
              </a:spcBef>
              <a:spcAft>
                <a:spcPts val="0"/>
              </a:spcAft>
              <a:buClr>
                <a:schemeClr val="dk1"/>
              </a:buClr>
              <a:buSzPts val="3500"/>
              <a:buFont typeface="Verdana"/>
              <a:buChar char="○"/>
            </a:pPr>
            <a:r>
              <a:rPr lang="en-US" sz="3500">
                <a:solidFill>
                  <a:schemeClr val="dk1"/>
                </a:solidFill>
                <a:latin typeface="Verdana"/>
                <a:ea typeface="Verdana"/>
                <a:cs typeface="Verdana"/>
                <a:sym typeface="Verdana"/>
              </a:rPr>
              <a:t>Removes the first occurrence of the item</a:t>
            </a:r>
            <a:endParaRPr sz="3500">
              <a:solidFill>
                <a:schemeClr val="dk1"/>
              </a:solidFill>
              <a:latin typeface="Verdana"/>
              <a:ea typeface="Verdana"/>
              <a:cs typeface="Verdana"/>
              <a:sym typeface="Verdana"/>
            </a:endParaRPr>
          </a:p>
          <a:p>
            <a:pPr indent="0" lvl="0" marL="457200" rtl="0" algn="l">
              <a:lnSpc>
                <a:spcPct val="115000"/>
              </a:lnSpc>
              <a:spcBef>
                <a:spcPts val="1000"/>
              </a:spcBef>
              <a:spcAft>
                <a:spcPts val="2000"/>
              </a:spcAft>
              <a:buNone/>
            </a:pPr>
            <a:r>
              <a:t/>
            </a:r>
            <a:endParaRPr sz="3500">
              <a:solidFill>
                <a:schemeClr val="dk1"/>
              </a:solidFill>
              <a:latin typeface="Verdana"/>
              <a:ea typeface="Verdana"/>
              <a:cs typeface="Verdana"/>
              <a:sym typeface="Verdana"/>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1427" name="Shape 1427"/>
        <p:cNvGrpSpPr/>
        <p:nvPr/>
      </p:nvGrpSpPr>
      <p:grpSpPr>
        <a:xfrm>
          <a:off x="0" y="0"/>
          <a:ext cx="0" cy="0"/>
          <a:chOff x="0" y="0"/>
          <a:chExt cx="0" cy="0"/>
        </a:xfrm>
      </p:grpSpPr>
      <p:sp>
        <p:nvSpPr>
          <p:cNvPr id="1428" name="Google Shape;1428;p29"/>
          <p:cNvSpPr txBox="1"/>
          <p:nvPr/>
        </p:nvSpPr>
        <p:spPr>
          <a:xfrm>
            <a:off x="1138275" y="3141050"/>
            <a:ext cx="10861500" cy="6134700"/>
          </a:xfrm>
          <a:prstGeom prst="rect">
            <a:avLst/>
          </a:prstGeom>
          <a:noFill/>
          <a:ln>
            <a:noFill/>
          </a:ln>
        </p:spPr>
        <p:txBody>
          <a:bodyPr anchorCtr="0" anchor="t" bIns="0" lIns="0" spcFirstLastPara="1" rIns="0" wrap="square" tIns="0">
            <a:noAutofit/>
          </a:bodyPr>
          <a:lstStyle/>
          <a:p>
            <a:pPr indent="-450850" lvl="0" marL="457200" rtl="0" algn="l">
              <a:lnSpc>
                <a:spcPct val="115000"/>
              </a:lnSpc>
              <a:spcBef>
                <a:spcPts val="1000"/>
              </a:spcBef>
              <a:spcAft>
                <a:spcPts val="0"/>
              </a:spcAft>
              <a:buClr>
                <a:schemeClr val="dk1"/>
              </a:buClr>
              <a:buSzPts val="3500"/>
              <a:buFont typeface="Verdana"/>
              <a:buChar char="●"/>
            </a:pPr>
            <a:r>
              <a:rPr b="1" lang="en-US" sz="3500">
                <a:solidFill>
                  <a:schemeClr val="dk1"/>
                </a:solidFill>
                <a:latin typeface="Verdana"/>
                <a:ea typeface="Verdana"/>
                <a:cs typeface="Verdana"/>
                <a:sym typeface="Verdana"/>
              </a:rPr>
              <a:t>Getting the list’s length: </a:t>
            </a:r>
            <a:endParaRPr b="1" sz="3500">
              <a:solidFill>
                <a:schemeClr val="dk1"/>
              </a:solidFill>
              <a:latin typeface="Verdana"/>
              <a:ea typeface="Verdana"/>
              <a:cs typeface="Verdana"/>
              <a:sym typeface="Verdana"/>
            </a:endParaRPr>
          </a:p>
          <a:p>
            <a:pPr indent="-450850" lvl="1" marL="914400" rtl="0" algn="l">
              <a:lnSpc>
                <a:spcPct val="115000"/>
              </a:lnSpc>
              <a:spcBef>
                <a:spcPts val="1000"/>
              </a:spcBef>
              <a:spcAft>
                <a:spcPts val="0"/>
              </a:spcAft>
              <a:buClr>
                <a:schemeClr val="dk1"/>
              </a:buClr>
              <a:buSzPts val="3500"/>
              <a:buFont typeface="Verdana"/>
              <a:buChar char="○"/>
            </a:pPr>
            <a:r>
              <a:rPr lang="en-US" sz="3500">
                <a:solidFill>
                  <a:schemeClr val="dk1"/>
                </a:solidFill>
                <a:latin typeface="Verdana"/>
                <a:ea typeface="Verdana"/>
                <a:cs typeface="Verdana"/>
                <a:sym typeface="Verdana"/>
              </a:rPr>
              <a:t>len(list_name)</a:t>
            </a:r>
            <a:br>
              <a:rPr lang="en-US" sz="3500">
                <a:solidFill>
                  <a:schemeClr val="dk1"/>
                </a:solidFill>
                <a:latin typeface="Verdana"/>
                <a:ea typeface="Verdana"/>
                <a:cs typeface="Verdana"/>
                <a:sym typeface="Verdana"/>
              </a:rPr>
            </a:br>
            <a:endParaRPr sz="3500">
              <a:solidFill>
                <a:schemeClr val="dk1"/>
              </a:solidFill>
              <a:latin typeface="Verdana"/>
              <a:ea typeface="Verdana"/>
              <a:cs typeface="Verdana"/>
              <a:sym typeface="Verdana"/>
            </a:endParaRPr>
          </a:p>
          <a:p>
            <a:pPr indent="-450850" lvl="0" marL="457200" rtl="0" algn="l">
              <a:lnSpc>
                <a:spcPct val="115000"/>
              </a:lnSpc>
              <a:spcBef>
                <a:spcPts val="1000"/>
              </a:spcBef>
              <a:spcAft>
                <a:spcPts val="0"/>
              </a:spcAft>
              <a:buClr>
                <a:schemeClr val="dk1"/>
              </a:buClr>
              <a:buSzPts val="3500"/>
              <a:buFont typeface="Verdana"/>
              <a:buChar char="●"/>
            </a:pPr>
            <a:r>
              <a:rPr b="1" lang="en-US" sz="3500">
                <a:solidFill>
                  <a:schemeClr val="dk1"/>
                </a:solidFill>
                <a:latin typeface="Verdana"/>
                <a:ea typeface="Verdana"/>
                <a:cs typeface="Verdana"/>
                <a:sym typeface="Verdana"/>
              </a:rPr>
              <a:t>Sorting the list: </a:t>
            </a:r>
            <a:endParaRPr b="1" sz="3500">
              <a:solidFill>
                <a:schemeClr val="dk1"/>
              </a:solidFill>
              <a:latin typeface="Verdana"/>
              <a:ea typeface="Verdana"/>
              <a:cs typeface="Verdana"/>
              <a:sym typeface="Verdana"/>
            </a:endParaRPr>
          </a:p>
          <a:p>
            <a:pPr indent="-450850" lvl="1" marL="914400" rtl="0" algn="l">
              <a:lnSpc>
                <a:spcPct val="115000"/>
              </a:lnSpc>
              <a:spcBef>
                <a:spcPts val="1000"/>
              </a:spcBef>
              <a:spcAft>
                <a:spcPts val="0"/>
              </a:spcAft>
              <a:buClr>
                <a:schemeClr val="dk1"/>
              </a:buClr>
              <a:buSzPts val="3500"/>
              <a:buFont typeface="Verdana"/>
              <a:buChar char="○"/>
            </a:pPr>
            <a:r>
              <a:rPr lang="en-US" sz="3500">
                <a:solidFill>
                  <a:schemeClr val="dk1"/>
                </a:solidFill>
                <a:latin typeface="Verdana"/>
                <a:ea typeface="Verdana"/>
                <a:cs typeface="Verdana"/>
                <a:sym typeface="Verdana"/>
              </a:rPr>
              <a:t>list_name.sort()</a:t>
            </a:r>
            <a:br>
              <a:rPr lang="en-US" sz="3500">
                <a:solidFill>
                  <a:schemeClr val="dk1"/>
                </a:solidFill>
                <a:latin typeface="Verdana"/>
                <a:ea typeface="Verdana"/>
                <a:cs typeface="Verdana"/>
                <a:sym typeface="Verdana"/>
              </a:rPr>
            </a:br>
            <a:endParaRPr sz="3500">
              <a:solidFill>
                <a:schemeClr val="dk1"/>
              </a:solidFill>
              <a:latin typeface="Verdana"/>
              <a:ea typeface="Verdana"/>
              <a:cs typeface="Verdana"/>
              <a:sym typeface="Verdana"/>
            </a:endParaRPr>
          </a:p>
          <a:p>
            <a:pPr indent="-450850" lvl="0" marL="457200" rtl="0" algn="l">
              <a:lnSpc>
                <a:spcPct val="115000"/>
              </a:lnSpc>
              <a:spcBef>
                <a:spcPts val="1000"/>
              </a:spcBef>
              <a:spcAft>
                <a:spcPts val="0"/>
              </a:spcAft>
              <a:buClr>
                <a:schemeClr val="dk1"/>
              </a:buClr>
              <a:buSzPts val="3500"/>
              <a:buFont typeface="Verdana"/>
              <a:buChar char="●"/>
            </a:pPr>
            <a:r>
              <a:rPr b="1" lang="en-US" sz="3500">
                <a:solidFill>
                  <a:schemeClr val="dk1"/>
                </a:solidFill>
                <a:latin typeface="Verdana"/>
                <a:ea typeface="Verdana"/>
                <a:cs typeface="Verdana"/>
                <a:sym typeface="Verdana"/>
              </a:rPr>
              <a:t>Reversing the order of the list:</a:t>
            </a:r>
            <a:endParaRPr b="1" sz="3500">
              <a:solidFill>
                <a:schemeClr val="dk1"/>
              </a:solidFill>
              <a:latin typeface="Verdana"/>
              <a:ea typeface="Verdana"/>
              <a:cs typeface="Verdana"/>
              <a:sym typeface="Verdana"/>
            </a:endParaRPr>
          </a:p>
          <a:p>
            <a:pPr indent="-450850" lvl="1" marL="914400" rtl="0" algn="l">
              <a:lnSpc>
                <a:spcPct val="115000"/>
              </a:lnSpc>
              <a:spcBef>
                <a:spcPts val="1000"/>
              </a:spcBef>
              <a:spcAft>
                <a:spcPts val="0"/>
              </a:spcAft>
              <a:buClr>
                <a:schemeClr val="dk1"/>
              </a:buClr>
              <a:buSzPts val="3500"/>
              <a:buFont typeface="Verdana"/>
              <a:buChar char="○"/>
            </a:pPr>
            <a:r>
              <a:rPr lang="en-US" sz="3500">
                <a:solidFill>
                  <a:schemeClr val="dk1"/>
                </a:solidFill>
                <a:latin typeface="Verdana"/>
                <a:ea typeface="Verdana"/>
                <a:cs typeface="Verdana"/>
                <a:sym typeface="Verdana"/>
              </a:rPr>
              <a:t>list_name.reverse()</a:t>
            </a:r>
            <a:endParaRPr sz="3500">
              <a:solidFill>
                <a:schemeClr val="dk1"/>
              </a:solidFill>
              <a:latin typeface="Verdana"/>
              <a:ea typeface="Verdana"/>
              <a:cs typeface="Verdana"/>
              <a:sym typeface="Verdana"/>
            </a:endParaRPr>
          </a:p>
          <a:p>
            <a:pPr indent="0" lvl="0" marL="457200" rtl="0" algn="l">
              <a:lnSpc>
                <a:spcPct val="115000"/>
              </a:lnSpc>
              <a:spcBef>
                <a:spcPts val="1000"/>
              </a:spcBef>
              <a:spcAft>
                <a:spcPts val="0"/>
              </a:spcAft>
              <a:buNone/>
            </a:pPr>
            <a:r>
              <a:t/>
            </a:r>
            <a:endParaRPr sz="3500">
              <a:solidFill>
                <a:schemeClr val="dk1"/>
              </a:solidFill>
              <a:latin typeface="Verdana"/>
              <a:ea typeface="Verdana"/>
              <a:cs typeface="Verdana"/>
              <a:sym typeface="Verdana"/>
            </a:endParaRPr>
          </a:p>
          <a:p>
            <a:pPr indent="0" lvl="0" marL="457200" rtl="0" algn="l">
              <a:lnSpc>
                <a:spcPct val="115000"/>
              </a:lnSpc>
              <a:spcBef>
                <a:spcPts val="1000"/>
              </a:spcBef>
              <a:spcAft>
                <a:spcPts val="2000"/>
              </a:spcAft>
              <a:buNone/>
            </a:pPr>
            <a:r>
              <a:t/>
            </a:r>
            <a:endParaRPr sz="3500">
              <a:solidFill>
                <a:schemeClr val="dk1"/>
              </a:solidFill>
              <a:latin typeface="Verdana"/>
              <a:ea typeface="Verdana"/>
              <a:cs typeface="Verdana"/>
              <a:sym typeface="Verdana"/>
            </a:endParaRPr>
          </a:p>
        </p:txBody>
      </p:sp>
      <p:grpSp>
        <p:nvGrpSpPr>
          <p:cNvPr id="1429" name="Google Shape;1429;p29"/>
          <p:cNvGrpSpPr/>
          <p:nvPr/>
        </p:nvGrpSpPr>
        <p:grpSpPr>
          <a:xfrm>
            <a:off x="1138275" y="864982"/>
            <a:ext cx="2065578" cy="1437506"/>
            <a:chOff x="0" y="-47625"/>
            <a:chExt cx="544017" cy="378600"/>
          </a:xfrm>
        </p:grpSpPr>
        <p:sp>
          <p:nvSpPr>
            <p:cNvPr id="1430" name="Google Shape;1430;p29"/>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29"/>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32" name="Google Shape;1432;p29"/>
          <p:cNvGrpSpPr/>
          <p:nvPr/>
        </p:nvGrpSpPr>
        <p:grpSpPr>
          <a:xfrm>
            <a:off x="1247850" y="688914"/>
            <a:ext cx="2065578" cy="1437506"/>
            <a:chOff x="0" y="-47625"/>
            <a:chExt cx="544017" cy="378600"/>
          </a:xfrm>
        </p:grpSpPr>
        <p:sp>
          <p:nvSpPr>
            <p:cNvPr id="1433" name="Google Shape;1433;p29"/>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4" name="Google Shape;1434;p29"/>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35" name="Google Shape;1435;p29"/>
          <p:cNvSpPr txBox="1"/>
          <p:nvPr/>
        </p:nvSpPr>
        <p:spPr>
          <a:xfrm>
            <a:off x="3802125" y="721500"/>
            <a:ext cx="10980900" cy="1924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12500">
                <a:solidFill>
                  <a:srgbClr val="393A3F"/>
                </a:solidFill>
                <a:latin typeface="Anton"/>
                <a:ea typeface="Anton"/>
                <a:cs typeface="Anton"/>
                <a:sym typeface="Anton"/>
              </a:rPr>
              <a:t>Lists Operations</a:t>
            </a:r>
            <a:endParaRPr/>
          </a:p>
        </p:txBody>
      </p:sp>
      <p:sp>
        <p:nvSpPr>
          <p:cNvPr id="1436" name="Google Shape;1436;p29"/>
          <p:cNvSpPr txBox="1"/>
          <p:nvPr/>
        </p:nvSpPr>
        <p:spPr>
          <a:xfrm>
            <a:off x="1827554" y="922110"/>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6</a:t>
            </a:r>
            <a:endParaRPr/>
          </a:p>
        </p:txBody>
      </p:sp>
      <p:grpSp>
        <p:nvGrpSpPr>
          <p:cNvPr id="1437" name="Google Shape;1437;p29"/>
          <p:cNvGrpSpPr/>
          <p:nvPr/>
        </p:nvGrpSpPr>
        <p:grpSpPr>
          <a:xfrm>
            <a:off x="11999778" y="8704662"/>
            <a:ext cx="5851052" cy="1310243"/>
            <a:chOff x="2" y="-564"/>
            <a:chExt cx="7801403" cy="1746991"/>
          </a:xfrm>
        </p:grpSpPr>
        <p:grpSp>
          <p:nvGrpSpPr>
            <p:cNvPr id="1438" name="Google Shape;1438;p29"/>
            <p:cNvGrpSpPr/>
            <p:nvPr/>
          </p:nvGrpSpPr>
          <p:grpSpPr>
            <a:xfrm rot="10800000">
              <a:off x="5628043" y="1225496"/>
              <a:ext cx="2173362" cy="520931"/>
              <a:chOff x="0" y="-47625"/>
              <a:chExt cx="429306" cy="102900"/>
            </a:xfrm>
          </p:grpSpPr>
          <p:sp>
            <p:nvSpPr>
              <p:cNvPr id="1439" name="Google Shape;1439;p29"/>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29"/>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41" name="Google Shape;1441;p29"/>
            <p:cNvGrpSpPr/>
            <p:nvPr/>
          </p:nvGrpSpPr>
          <p:grpSpPr>
            <a:xfrm rot="10800000">
              <a:off x="3056329" y="1225496"/>
              <a:ext cx="2173362" cy="520931"/>
              <a:chOff x="0" y="-47625"/>
              <a:chExt cx="429306" cy="102900"/>
            </a:xfrm>
          </p:grpSpPr>
          <p:sp>
            <p:nvSpPr>
              <p:cNvPr id="1442" name="Google Shape;1442;p29"/>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29"/>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44" name="Google Shape;1444;p29"/>
            <p:cNvGrpSpPr/>
            <p:nvPr/>
          </p:nvGrpSpPr>
          <p:grpSpPr>
            <a:xfrm rot="10800000">
              <a:off x="4282710" y="409333"/>
              <a:ext cx="2173362" cy="520931"/>
              <a:chOff x="0" y="-47625"/>
              <a:chExt cx="429306" cy="102900"/>
            </a:xfrm>
          </p:grpSpPr>
          <p:sp>
            <p:nvSpPr>
              <p:cNvPr id="1445" name="Google Shape;1445;p29"/>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29"/>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47" name="Google Shape;1447;p29"/>
            <p:cNvGrpSpPr/>
            <p:nvPr/>
          </p:nvGrpSpPr>
          <p:grpSpPr>
            <a:xfrm rot="10800000">
              <a:off x="1969648" y="420756"/>
              <a:ext cx="2173362" cy="520931"/>
              <a:chOff x="0" y="-47625"/>
              <a:chExt cx="429306" cy="102900"/>
            </a:xfrm>
          </p:grpSpPr>
          <p:sp>
            <p:nvSpPr>
              <p:cNvPr id="1448" name="Google Shape;1448;p29"/>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29"/>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50" name="Google Shape;1450;p29"/>
            <p:cNvGrpSpPr/>
            <p:nvPr/>
          </p:nvGrpSpPr>
          <p:grpSpPr>
            <a:xfrm rot="10800000">
              <a:off x="1295727" y="1225496"/>
              <a:ext cx="1191034" cy="520931"/>
              <a:chOff x="0" y="-47625"/>
              <a:chExt cx="235266" cy="102900"/>
            </a:xfrm>
          </p:grpSpPr>
          <p:sp>
            <p:nvSpPr>
              <p:cNvPr id="1451" name="Google Shape;1451;p29"/>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29"/>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53" name="Google Shape;1453;p29"/>
            <p:cNvGrpSpPr/>
            <p:nvPr/>
          </p:nvGrpSpPr>
          <p:grpSpPr>
            <a:xfrm rot="10800000">
              <a:off x="2" y="420756"/>
              <a:ext cx="1191034" cy="520931"/>
              <a:chOff x="0" y="-47625"/>
              <a:chExt cx="235266" cy="102900"/>
            </a:xfrm>
          </p:grpSpPr>
          <p:sp>
            <p:nvSpPr>
              <p:cNvPr id="1454" name="Google Shape;1454;p29"/>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29"/>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56" name="Google Shape;1456;p29"/>
            <p:cNvGrpSpPr/>
            <p:nvPr/>
          </p:nvGrpSpPr>
          <p:grpSpPr>
            <a:xfrm rot="10800000">
              <a:off x="6598555" y="420693"/>
              <a:ext cx="1202850" cy="498150"/>
              <a:chOff x="0" y="-47625"/>
              <a:chExt cx="237600" cy="98400"/>
            </a:xfrm>
          </p:grpSpPr>
          <p:sp>
            <p:nvSpPr>
              <p:cNvPr id="1457" name="Google Shape;1457;p29"/>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29"/>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59" name="Google Shape;1459;p29"/>
            <p:cNvGrpSpPr/>
            <p:nvPr/>
          </p:nvGrpSpPr>
          <p:grpSpPr>
            <a:xfrm rot="10800000">
              <a:off x="3423956" y="819231"/>
              <a:ext cx="4377448" cy="520931"/>
              <a:chOff x="0" y="-47625"/>
              <a:chExt cx="864681" cy="102900"/>
            </a:xfrm>
          </p:grpSpPr>
          <p:sp>
            <p:nvSpPr>
              <p:cNvPr id="1460" name="Google Shape;1460;p29"/>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29"/>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62" name="Google Shape;1462;p29"/>
            <p:cNvGrpSpPr/>
            <p:nvPr/>
          </p:nvGrpSpPr>
          <p:grpSpPr>
            <a:xfrm rot="10800000">
              <a:off x="3423956" y="-564"/>
              <a:ext cx="4377448" cy="520931"/>
              <a:chOff x="0" y="-47625"/>
              <a:chExt cx="864681" cy="102900"/>
            </a:xfrm>
          </p:grpSpPr>
          <p:sp>
            <p:nvSpPr>
              <p:cNvPr id="1463" name="Google Shape;1463;p29"/>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29"/>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1468" name="Shape 1468"/>
        <p:cNvGrpSpPr/>
        <p:nvPr/>
      </p:nvGrpSpPr>
      <p:grpSpPr>
        <a:xfrm>
          <a:off x="0" y="0"/>
          <a:ext cx="0" cy="0"/>
          <a:chOff x="0" y="0"/>
          <a:chExt cx="0" cy="0"/>
        </a:xfrm>
      </p:grpSpPr>
      <p:grpSp>
        <p:nvGrpSpPr>
          <p:cNvPr id="1469" name="Google Shape;1469;p30"/>
          <p:cNvGrpSpPr/>
          <p:nvPr/>
        </p:nvGrpSpPr>
        <p:grpSpPr>
          <a:xfrm>
            <a:off x="4231650" y="4629636"/>
            <a:ext cx="9824703" cy="1591634"/>
            <a:chOff x="0" y="-47625"/>
            <a:chExt cx="1719710" cy="378600"/>
          </a:xfrm>
        </p:grpSpPr>
        <p:sp>
          <p:nvSpPr>
            <p:cNvPr id="1470" name="Google Shape;1470;p30"/>
            <p:cNvSpPr/>
            <p:nvPr/>
          </p:nvSpPr>
          <p:spPr>
            <a:xfrm>
              <a:off x="0" y="0"/>
              <a:ext cx="1719710" cy="330886"/>
            </a:xfrm>
            <a:custGeom>
              <a:rect b="b" l="l" r="r" t="t"/>
              <a:pathLst>
                <a:path extrusionOk="0" h="330886" w="171971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0"/>
            <p:cNvSpPr txBox="1"/>
            <p:nvPr/>
          </p:nvSpPr>
          <p:spPr>
            <a:xfrm>
              <a:off x="0" y="-47625"/>
              <a:ext cx="17196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72" name="Google Shape;1472;p30"/>
          <p:cNvGrpSpPr/>
          <p:nvPr/>
        </p:nvGrpSpPr>
        <p:grpSpPr>
          <a:xfrm>
            <a:off x="3823138" y="2549511"/>
            <a:ext cx="10641737" cy="3415313"/>
            <a:chOff x="0" y="-47625"/>
            <a:chExt cx="1719710" cy="378600"/>
          </a:xfrm>
        </p:grpSpPr>
        <p:sp>
          <p:nvSpPr>
            <p:cNvPr id="1473" name="Google Shape;1473;p30"/>
            <p:cNvSpPr/>
            <p:nvPr/>
          </p:nvSpPr>
          <p:spPr>
            <a:xfrm>
              <a:off x="0" y="0"/>
              <a:ext cx="1719710" cy="330886"/>
            </a:xfrm>
            <a:custGeom>
              <a:rect b="b" l="l" r="r" t="t"/>
              <a:pathLst>
                <a:path extrusionOk="0" h="330886" w="171971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0"/>
            <p:cNvSpPr txBox="1"/>
            <p:nvPr/>
          </p:nvSpPr>
          <p:spPr>
            <a:xfrm>
              <a:off x="0" y="-47625"/>
              <a:ext cx="17196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75" name="Google Shape;1475;p30"/>
          <p:cNvGrpSpPr/>
          <p:nvPr/>
        </p:nvGrpSpPr>
        <p:grpSpPr>
          <a:xfrm flipH="1" rot="10800000">
            <a:off x="417483" y="241933"/>
            <a:ext cx="5851052" cy="1310243"/>
            <a:chOff x="0" y="-241102"/>
            <a:chExt cx="7801402" cy="1746991"/>
          </a:xfrm>
        </p:grpSpPr>
        <p:grpSp>
          <p:nvGrpSpPr>
            <p:cNvPr id="1476" name="Google Shape;1476;p30"/>
            <p:cNvGrpSpPr/>
            <p:nvPr/>
          </p:nvGrpSpPr>
          <p:grpSpPr>
            <a:xfrm>
              <a:off x="0" y="-241102"/>
              <a:ext cx="2173362" cy="520931"/>
              <a:chOff x="0" y="-47625"/>
              <a:chExt cx="429306" cy="102900"/>
            </a:xfrm>
          </p:grpSpPr>
          <p:sp>
            <p:nvSpPr>
              <p:cNvPr id="1477" name="Google Shape;1477;p3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3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79" name="Google Shape;1479;p30"/>
            <p:cNvGrpSpPr/>
            <p:nvPr/>
          </p:nvGrpSpPr>
          <p:grpSpPr>
            <a:xfrm>
              <a:off x="2571714" y="-241102"/>
              <a:ext cx="2173362" cy="520931"/>
              <a:chOff x="0" y="-47625"/>
              <a:chExt cx="429306" cy="102900"/>
            </a:xfrm>
          </p:grpSpPr>
          <p:sp>
            <p:nvSpPr>
              <p:cNvPr id="1480" name="Google Shape;1480;p3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82" name="Google Shape;1482;p30"/>
            <p:cNvGrpSpPr/>
            <p:nvPr/>
          </p:nvGrpSpPr>
          <p:grpSpPr>
            <a:xfrm>
              <a:off x="1345333" y="575061"/>
              <a:ext cx="2173362" cy="520931"/>
              <a:chOff x="0" y="-47625"/>
              <a:chExt cx="429306" cy="102900"/>
            </a:xfrm>
          </p:grpSpPr>
          <p:sp>
            <p:nvSpPr>
              <p:cNvPr id="1483" name="Google Shape;1483;p3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3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85" name="Google Shape;1485;p30"/>
            <p:cNvGrpSpPr/>
            <p:nvPr/>
          </p:nvGrpSpPr>
          <p:grpSpPr>
            <a:xfrm>
              <a:off x="3658396" y="563639"/>
              <a:ext cx="2173362" cy="520931"/>
              <a:chOff x="0" y="-47625"/>
              <a:chExt cx="429306" cy="102900"/>
            </a:xfrm>
          </p:grpSpPr>
          <p:sp>
            <p:nvSpPr>
              <p:cNvPr id="1486" name="Google Shape;1486;p3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88" name="Google Shape;1488;p30"/>
            <p:cNvGrpSpPr/>
            <p:nvPr/>
          </p:nvGrpSpPr>
          <p:grpSpPr>
            <a:xfrm>
              <a:off x="5314643" y="-241102"/>
              <a:ext cx="1191034" cy="520931"/>
              <a:chOff x="0" y="-47625"/>
              <a:chExt cx="235266" cy="102900"/>
            </a:xfrm>
          </p:grpSpPr>
          <p:sp>
            <p:nvSpPr>
              <p:cNvPr id="1489" name="Google Shape;1489;p30"/>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0"/>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91" name="Google Shape;1491;p30"/>
            <p:cNvGrpSpPr/>
            <p:nvPr/>
          </p:nvGrpSpPr>
          <p:grpSpPr>
            <a:xfrm>
              <a:off x="6610368" y="563639"/>
              <a:ext cx="1191034" cy="520931"/>
              <a:chOff x="0" y="-47625"/>
              <a:chExt cx="235266" cy="102900"/>
            </a:xfrm>
          </p:grpSpPr>
          <p:sp>
            <p:nvSpPr>
              <p:cNvPr id="1492" name="Google Shape;1492;p30"/>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0"/>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94" name="Google Shape;1494;p30"/>
            <p:cNvGrpSpPr/>
            <p:nvPr/>
          </p:nvGrpSpPr>
          <p:grpSpPr>
            <a:xfrm>
              <a:off x="0" y="586483"/>
              <a:ext cx="1202850" cy="498150"/>
              <a:chOff x="0" y="-47625"/>
              <a:chExt cx="237600" cy="98400"/>
            </a:xfrm>
          </p:grpSpPr>
          <p:sp>
            <p:nvSpPr>
              <p:cNvPr id="1495" name="Google Shape;1495;p30"/>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0"/>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497" name="Google Shape;1497;p30"/>
            <p:cNvGrpSpPr/>
            <p:nvPr/>
          </p:nvGrpSpPr>
          <p:grpSpPr>
            <a:xfrm>
              <a:off x="0" y="165164"/>
              <a:ext cx="4377448" cy="520931"/>
              <a:chOff x="0" y="-47625"/>
              <a:chExt cx="864681" cy="102900"/>
            </a:xfrm>
          </p:grpSpPr>
          <p:sp>
            <p:nvSpPr>
              <p:cNvPr id="1498" name="Google Shape;1498;p30"/>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0"/>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00" name="Google Shape;1500;p30"/>
            <p:cNvGrpSpPr/>
            <p:nvPr/>
          </p:nvGrpSpPr>
          <p:grpSpPr>
            <a:xfrm>
              <a:off x="0" y="984958"/>
              <a:ext cx="4377448" cy="520931"/>
              <a:chOff x="0" y="-47625"/>
              <a:chExt cx="864681" cy="102900"/>
            </a:xfrm>
          </p:grpSpPr>
          <p:sp>
            <p:nvSpPr>
              <p:cNvPr id="1501" name="Google Shape;1501;p30"/>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0"/>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503" name="Google Shape;1503;p30"/>
          <p:cNvGrpSpPr/>
          <p:nvPr/>
        </p:nvGrpSpPr>
        <p:grpSpPr>
          <a:xfrm>
            <a:off x="11999778" y="8693380"/>
            <a:ext cx="5851052" cy="1310243"/>
            <a:chOff x="2" y="-564"/>
            <a:chExt cx="7801403" cy="1746991"/>
          </a:xfrm>
        </p:grpSpPr>
        <p:grpSp>
          <p:nvGrpSpPr>
            <p:cNvPr id="1504" name="Google Shape;1504;p30"/>
            <p:cNvGrpSpPr/>
            <p:nvPr/>
          </p:nvGrpSpPr>
          <p:grpSpPr>
            <a:xfrm rot="10800000">
              <a:off x="5628043" y="1225496"/>
              <a:ext cx="2173362" cy="520931"/>
              <a:chOff x="0" y="-47625"/>
              <a:chExt cx="429306" cy="102900"/>
            </a:xfrm>
          </p:grpSpPr>
          <p:sp>
            <p:nvSpPr>
              <p:cNvPr id="1505" name="Google Shape;1505;p3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07" name="Google Shape;1507;p30"/>
            <p:cNvGrpSpPr/>
            <p:nvPr/>
          </p:nvGrpSpPr>
          <p:grpSpPr>
            <a:xfrm rot="10800000">
              <a:off x="3056329" y="1225496"/>
              <a:ext cx="2173362" cy="520931"/>
              <a:chOff x="0" y="-47625"/>
              <a:chExt cx="429306" cy="102900"/>
            </a:xfrm>
          </p:grpSpPr>
          <p:sp>
            <p:nvSpPr>
              <p:cNvPr id="1508" name="Google Shape;1508;p3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10" name="Google Shape;1510;p30"/>
            <p:cNvGrpSpPr/>
            <p:nvPr/>
          </p:nvGrpSpPr>
          <p:grpSpPr>
            <a:xfrm rot="10800000">
              <a:off x="4282710" y="409333"/>
              <a:ext cx="2173362" cy="520931"/>
              <a:chOff x="0" y="-47625"/>
              <a:chExt cx="429306" cy="102900"/>
            </a:xfrm>
          </p:grpSpPr>
          <p:sp>
            <p:nvSpPr>
              <p:cNvPr id="1511" name="Google Shape;1511;p3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13" name="Google Shape;1513;p30"/>
            <p:cNvGrpSpPr/>
            <p:nvPr/>
          </p:nvGrpSpPr>
          <p:grpSpPr>
            <a:xfrm rot="10800000">
              <a:off x="1969648" y="420756"/>
              <a:ext cx="2173362" cy="520931"/>
              <a:chOff x="0" y="-47625"/>
              <a:chExt cx="429306" cy="102900"/>
            </a:xfrm>
          </p:grpSpPr>
          <p:sp>
            <p:nvSpPr>
              <p:cNvPr id="1514" name="Google Shape;1514;p30"/>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0"/>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16" name="Google Shape;1516;p30"/>
            <p:cNvGrpSpPr/>
            <p:nvPr/>
          </p:nvGrpSpPr>
          <p:grpSpPr>
            <a:xfrm rot="10800000">
              <a:off x="1295727" y="1225496"/>
              <a:ext cx="1191034" cy="520931"/>
              <a:chOff x="0" y="-47625"/>
              <a:chExt cx="235266" cy="102900"/>
            </a:xfrm>
          </p:grpSpPr>
          <p:sp>
            <p:nvSpPr>
              <p:cNvPr id="1517" name="Google Shape;1517;p30"/>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0"/>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19" name="Google Shape;1519;p30"/>
            <p:cNvGrpSpPr/>
            <p:nvPr/>
          </p:nvGrpSpPr>
          <p:grpSpPr>
            <a:xfrm rot="10800000">
              <a:off x="2" y="420756"/>
              <a:ext cx="1191034" cy="520931"/>
              <a:chOff x="0" y="-47625"/>
              <a:chExt cx="235266" cy="102900"/>
            </a:xfrm>
          </p:grpSpPr>
          <p:sp>
            <p:nvSpPr>
              <p:cNvPr id="1520" name="Google Shape;1520;p30"/>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0"/>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22" name="Google Shape;1522;p30"/>
            <p:cNvGrpSpPr/>
            <p:nvPr/>
          </p:nvGrpSpPr>
          <p:grpSpPr>
            <a:xfrm rot="10800000">
              <a:off x="6598555" y="420693"/>
              <a:ext cx="1202850" cy="498150"/>
              <a:chOff x="0" y="-47625"/>
              <a:chExt cx="237600" cy="98400"/>
            </a:xfrm>
          </p:grpSpPr>
          <p:sp>
            <p:nvSpPr>
              <p:cNvPr id="1523" name="Google Shape;1523;p30"/>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0"/>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25" name="Google Shape;1525;p30"/>
            <p:cNvGrpSpPr/>
            <p:nvPr/>
          </p:nvGrpSpPr>
          <p:grpSpPr>
            <a:xfrm rot="10800000">
              <a:off x="3423956" y="819231"/>
              <a:ext cx="4377448" cy="520931"/>
              <a:chOff x="0" y="-47625"/>
              <a:chExt cx="864681" cy="102900"/>
            </a:xfrm>
          </p:grpSpPr>
          <p:sp>
            <p:nvSpPr>
              <p:cNvPr id="1526" name="Google Shape;1526;p30"/>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0"/>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28" name="Google Shape;1528;p30"/>
            <p:cNvGrpSpPr/>
            <p:nvPr/>
          </p:nvGrpSpPr>
          <p:grpSpPr>
            <a:xfrm rot="10800000">
              <a:off x="3423956" y="-564"/>
              <a:ext cx="4377448" cy="520931"/>
              <a:chOff x="0" y="-47625"/>
              <a:chExt cx="864681" cy="102900"/>
            </a:xfrm>
          </p:grpSpPr>
          <p:sp>
            <p:nvSpPr>
              <p:cNvPr id="1529" name="Google Shape;1529;p30"/>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0"/>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531" name="Google Shape;1531;p30"/>
          <p:cNvSpPr txBox="1"/>
          <p:nvPr/>
        </p:nvSpPr>
        <p:spPr>
          <a:xfrm>
            <a:off x="3866563" y="6385938"/>
            <a:ext cx="10554900" cy="1310100"/>
          </a:xfrm>
          <a:prstGeom prst="rect">
            <a:avLst/>
          </a:prstGeom>
          <a:noFill/>
          <a:ln>
            <a:noFill/>
          </a:ln>
        </p:spPr>
        <p:txBody>
          <a:bodyPr anchorCtr="0" anchor="t" bIns="0" lIns="0" spcFirstLastPara="1" rIns="0" wrap="square" tIns="0">
            <a:noAutofit/>
          </a:bodyPr>
          <a:lstStyle/>
          <a:p>
            <a:pPr indent="0" lvl="0" marL="457200" rtl="0" algn="ctr">
              <a:lnSpc>
                <a:spcPct val="115000"/>
              </a:lnSpc>
              <a:spcBef>
                <a:spcPts val="1200"/>
              </a:spcBef>
              <a:spcAft>
                <a:spcPts val="0"/>
              </a:spcAft>
              <a:buNone/>
            </a:pPr>
            <a:r>
              <a:rPr lang="en-US" sz="3500">
                <a:solidFill>
                  <a:schemeClr val="dk1"/>
                </a:solidFill>
                <a:latin typeface="Verdana"/>
                <a:ea typeface="Verdana"/>
                <a:cs typeface="Verdana"/>
                <a:sym typeface="Verdana"/>
              </a:rPr>
              <a:t>Open up VSCode and let's start coding: </a:t>
            </a:r>
            <a:endParaRPr sz="3500">
              <a:solidFill>
                <a:schemeClr val="dk1"/>
              </a:solidFill>
              <a:latin typeface="Verdana"/>
              <a:ea typeface="Verdana"/>
              <a:cs typeface="Verdana"/>
              <a:sym typeface="Verdana"/>
            </a:endParaRPr>
          </a:p>
          <a:p>
            <a:pPr indent="0" lvl="0" marL="457200" rtl="0" algn="ctr">
              <a:lnSpc>
                <a:spcPct val="115000"/>
              </a:lnSpc>
              <a:spcBef>
                <a:spcPts val="1200"/>
              </a:spcBef>
              <a:spcAft>
                <a:spcPts val="1200"/>
              </a:spcAft>
              <a:buNone/>
            </a:pPr>
            <a:r>
              <a:rPr lang="en-US" sz="3500">
                <a:solidFill>
                  <a:schemeClr val="dk1"/>
                </a:solidFill>
                <a:latin typeface="Verdana"/>
                <a:ea typeface="Verdana"/>
                <a:cs typeface="Verdana"/>
                <a:sym typeface="Verdana"/>
              </a:rPr>
              <a:t>Lists!</a:t>
            </a:r>
            <a:endParaRPr sz="4000">
              <a:solidFill>
                <a:schemeClr val="dk1"/>
              </a:solidFill>
              <a:latin typeface="Verdana"/>
              <a:ea typeface="Verdana"/>
              <a:cs typeface="Verdana"/>
              <a:sym typeface="Verdana"/>
            </a:endParaRPr>
          </a:p>
        </p:txBody>
      </p:sp>
      <p:sp>
        <p:nvSpPr>
          <p:cNvPr id="1532" name="Google Shape;1532;p30"/>
          <p:cNvSpPr txBox="1"/>
          <p:nvPr/>
        </p:nvSpPr>
        <p:spPr>
          <a:xfrm>
            <a:off x="4597638" y="3562213"/>
            <a:ext cx="9092700" cy="1847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12000">
                <a:solidFill>
                  <a:srgbClr val="393A3F"/>
                </a:solidFill>
                <a:latin typeface="Anton"/>
                <a:ea typeface="Anton"/>
                <a:cs typeface="Anton"/>
                <a:sym typeface="Anton"/>
              </a:rPr>
              <a:t>Coding Time!</a:t>
            </a:r>
            <a:endParaRPr sz="120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1536" name="Shape 1536"/>
        <p:cNvGrpSpPr/>
        <p:nvPr/>
      </p:nvGrpSpPr>
      <p:grpSpPr>
        <a:xfrm>
          <a:off x="0" y="0"/>
          <a:ext cx="0" cy="0"/>
          <a:chOff x="0" y="0"/>
          <a:chExt cx="0" cy="0"/>
        </a:xfrm>
      </p:grpSpPr>
      <p:sp>
        <p:nvSpPr>
          <p:cNvPr id="1537" name="Google Shape;1537;p31"/>
          <p:cNvSpPr txBox="1"/>
          <p:nvPr/>
        </p:nvSpPr>
        <p:spPr>
          <a:xfrm>
            <a:off x="1179325" y="3008125"/>
            <a:ext cx="16015800" cy="7003500"/>
          </a:xfrm>
          <a:prstGeom prst="rect">
            <a:avLst/>
          </a:prstGeom>
          <a:noFill/>
          <a:ln>
            <a:noFill/>
          </a:ln>
        </p:spPr>
        <p:txBody>
          <a:bodyPr anchorCtr="0" anchor="t" bIns="0" lIns="0" spcFirstLastPara="1" rIns="0" wrap="square" tIns="0">
            <a:spAutoFit/>
          </a:bodyPr>
          <a:lstStyle/>
          <a:p>
            <a:pPr indent="-450850" lvl="0" marL="914400" rtl="0" algn="l">
              <a:lnSpc>
                <a:spcPct val="150000"/>
              </a:lnSpc>
              <a:spcBef>
                <a:spcPts val="0"/>
              </a:spcBef>
              <a:spcAft>
                <a:spcPts val="0"/>
              </a:spcAft>
              <a:buClr>
                <a:schemeClr val="dk1"/>
              </a:buClr>
              <a:buSzPts val="3500"/>
              <a:buFont typeface="Verdana"/>
              <a:buChar char="●"/>
            </a:pPr>
            <a:r>
              <a:rPr b="1" lang="en-US" sz="3500">
                <a:solidFill>
                  <a:schemeClr val="dk1"/>
                </a:solidFill>
              </a:rPr>
              <a:t>For Loops: </a:t>
            </a:r>
            <a:r>
              <a:rPr lang="en-US" sz="3500">
                <a:solidFill>
                  <a:schemeClr val="dk1"/>
                </a:solidFill>
              </a:rPr>
              <a:t>Something that iterates through a block of code or a string certain amount of times. (Also can iterate through a list, but that’s for another day)</a:t>
            </a:r>
            <a:endParaRPr sz="3500">
              <a:solidFill>
                <a:schemeClr val="dk1"/>
              </a:solidFill>
            </a:endParaRPr>
          </a:p>
          <a:p>
            <a:pPr indent="-450850" lvl="0" marL="914400" rtl="0" algn="l">
              <a:lnSpc>
                <a:spcPct val="150000"/>
              </a:lnSpc>
              <a:spcBef>
                <a:spcPts val="0"/>
              </a:spcBef>
              <a:spcAft>
                <a:spcPts val="0"/>
              </a:spcAft>
              <a:buClr>
                <a:schemeClr val="dk1"/>
              </a:buClr>
              <a:buSzPts val="3500"/>
              <a:buChar char="●"/>
            </a:pPr>
            <a:r>
              <a:rPr b="1" lang="en-US" sz="3500">
                <a:solidFill>
                  <a:schemeClr val="dk1"/>
                </a:solidFill>
              </a:rPr>
              <a:t>While Loops: </a:t>
            </a:r>
            <a:r>
              <a:rPr lang="en-US" sz="3500">
                <a:solidFill>
                  <a:schemeClr val="dk1"/>
                </a:solidFill>
              </a:rPr>
              <a:t>A loop that iterates through a block of code when the condition is true.</a:t>
            </a:r>
            <a:endParaRPr sz="3500">
              <a:solidFill>
                <a:schemeClr val="dk1"/>
              </a:solidFill>
            </a:endParaRPr>
          </a:p>
          <a:p>
            <a:pPr indent="-450850" lvl="0" marL="914400" rtl="0" algn="l">
              <a:lnSpc>
                <a:spcPct val="150000"/>
              </a:lnSpc>
              <a:spcBef>
                <a:spcPts val="0"/>
              </a:spcBef>
              <a:spcAft>
                <a:spcPts val="0"/>
              </a:spcAft>
              <a:buClr>
                <a:schemeClr val="dk1"/>
              </a:buClr>
              <a:buSzPts val="3500"/>
              <a:buChar char="●"/>
            </a:pPr>
            <a:r>
              <a:rPr b="1" lang="en-US" sz="3500">
                <a:solidFill>
                  <a:schemeClr val="dk1"/>
                </a:solidFill>
              </a:rPr>
              <a:t>Break and Continue Statements: </a:t>
            </a:r>
            <a:r>
              <a:rPr lang="en-US" sz="3500">
                <a:solidFill>
                  <a:schemeClr val="dk1"/>
                </a:solidFill>
              </a:rPr>
              <a:t>Breaks stops the loop from working, while continue skips to the next iteration of the loop</a:t>
            </a:r>
            <a:endParaRPr sz="3500">
              <a:solidFill>
                <a:schemeClr val="dk1"/>
              </a:solidFill>
            </a:endParaRPr>
          </a:p>
          <a:p>
            <a:pPr indent="-450850" lvl="0" marL="914400" rtl="0" algn="l">
              <a:lnSpc>
                <a:spcPct val="150000"/>
              </a:lnSpc>
              <a:spcBef>
                <a:spcPts val="0"/>
              </a:spcBef>
              <a:spcAft>
                <a:spcPts val="0"/>
              </a:spcAft>
              <a:buClr>
                <a:schemeClr val="dk1"/>
              </a:buClr>
              <a:buSzPts val="3500"/>
              <a:buChar char="●"/>
            </a:pPr>
            <a:r>
              <a:rPr b="1" lang="en-US" sz="3500">
                <a:solidFill>
                  <a:schemeClr val="dk1"/>
                </a:solidFill>
              </a:rPr>
              <a:t>Lists: </a:t>
            </a:r>
            <a:r>
              <a:rPr lang="en-US" sz="3500">
                <a:solidFill>
                  <a:schemeClr val="dk1"/>
                </a:solidFill>
              </a:rPr>
              <a:t>Is a data structure which can order a set of data and can be accessed via indexes</a:t>
            </a:r>
            <a:endParaRPr sz="3500">
              <a:solidFill>
                <a:schemeClr val="dk1"/>
              </a:solidFill>
            </a:endParaRPr>
          </a:p>
        </p:txBody>
      </p:sp>
      <p:grpSp>
        <p:nvGrpSpPr>
          <p:cNvPr id="1538" name="Google Shape;1538;p31"/>
          <p:cNvGrpSpPr/>
          <p:nvPr/>
        </p:nvGrpSpPr>
        <p:grpSpPr>
          <a:xfrm>
            <a:off x="935775" y="888207"/>
            <a:ext cx="2065578" cy="1437506"/>
            <a:chOff x="0" y="-47625"/>
            <a:chExt cx="544017" cy="378600"/>
          </a:xfrm>
        </p:grpSpPr>
        <p:sp>
          <p:nvSpPr>
            <p:cNvPr id="1539" name="Google Shape;1539;p31"/>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1"/>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41" name="Google Shape;1541;p31"/>
          <p:cNvGrpSpPr/>
          <p:nvPr/>
        </p:nvGrpSpPr>
        <p:grpSpPr>
          <a:xfrm>
            <a:off x="1045350" y="712139"/>
            <a:ext cx="2065578" cy="1437506"/>
            <a:chOff x="0" y="-47625"/>
            <a:chExt cx="544017" cy="378600"/>
          </a:xfrm>
        </p:grpSpPr>
        <p:sp>
          <p:nvSpPr>
            <p:cNvPr id="1542" name="Google Shape;1542;p31"/>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1"/>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44" name="Google Shape;1544;p31"/>
          <p:cNvSpPr txBox="1"/>
          <p:nvPr/>
        </p:nvSpPr>
        <p:spPr>
          <a:xfrm>
            <a:off x="3488877" y="952800"/>
            <a:ext cx="11396700" cy="14160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9200">
                <a:solidFill>
                  <a:srgbClr val="393A3F"/>
                </a:solidFill>
                <a:latin typeface="Anton"/>
                <a:ea typeface="Anton"/>
                <a:cs typeface="Anton"/>
                <a:sym typeface="Anton"/>
              </a:rPr>
              <a:t>Quick Recap</a:t>
            </a:r>
            <a:endParaRPr sz="9200"/>
          </a:p>
        </p:txBody>
      </p:sp>
      <p:sp>
        <p:nvSpPr>
          <p:cNvPr id="1545" name="Google Shape;1545;p31"/>
          <p:cNvSpPr txBox="1"/>
          <p:nvPr/>
        </p:nvSpPr>
        <p:spPr>
          <a:xfrm>
            <a:off x="1625054" y="945335"/>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7</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1549" name="Shape 1549"/>
        <p:cNvGrpSpPr/>
        <p:nvPr/>
      </p:nvGrpSpPr>
      <p:grpSpPr>
        <a:xfrm>
          <a:off x="0" y="0"/>
          <a:ext cx="0" cy="0"/>
          <a:chOff x="0" y="0"/>
          <a:chExt cx="0" cy="0"/>
        </a:xfrm>
      </p:grpSpPr>
      <p:sp>
        <p:nvSpPr>
          <p:cNvPr id="1550" name="Google Shape;1550;p32"/>
          <p:cNvSpPr txBox="1"/>
          <p:nvPr/>
        </p:nvSpPr>
        <p:spPr>
          <a:xfrm>
            <a:off x="1045350" y="2611250"/>
            <a:ext cx="16369200" cy="62802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None/>
            </a:pPr>
            <a:r>
              <a:rPr lang="en-US" sz="4000">
                <a:solidFill>
                  <a:schemeClr val="dk1"/>
                </a:solidFill>
                <a:latin typeface="Verdana"/>
                <a:ea typeface="Verdana"/>
                <a:cs typeface="Verdana"/>
                <a:sym typeface="Verdana"/>
              </a:rPr>
              <a:t>The </a:t>
            </a:r>
            <a:r>
              <a:rPr lang="en-US" sz="4000">
                <a:solidFill>
                  <a:schemeClr val="dk1"/>
                </a:solidFill>
                <a:latin typeface="Verdana"/>
                <a:ea typeface="Verdana"/>
                <a:cs typeface="Verdana"/>
                <a:sym typeface="Verdana"/>
              </a:rPr>
              <a:t>Fibonacci Sequence</a:t>
            </a:r>
            <a:r>
              <a:rPr lang="en-US" sz="4000">
                <a:solidFill>
                  <a:srgbClr val="393A3F"/>
                </a:solidFill>
                <a:latin typeface="Verdana"/>
                <a:ea typeface="Verdana"/>
                <a:cs typeface="Verdana"/>
                <a:sym typeface="Verdana"/>
              </a:rPr>
              <a:t> </a:t>
            </a:r>
            <a:r>
              <a:rPr lang="en-US" sz="4000">
                <a:solidFill>
                  <a:schemeClr val="dk1"/>
                </a:solidFill>
                <a:latin typeface="Verdana"/>
                <a:ea typeface="Verdana"/>
                <a:cs typeface="Verdana"/>
                <a:sym typeface="Verdana"/>
              </a:rPr>
              <a:t>follows the rule that each number is equal to the sum of the preceding two numbers, with the first two numbers starting at 0 and 1.</a:t>
            </a:r>
            <a:endParaRPr sz="4000">
              <a:solidFill>
                <a:schemeClr val="dk1"/>
              </a:solidFill>
              <a:latin typeface="Verdana"/>
              <a:ea typeface="Verdana"/>
              <a:cs typeface="Verdana"/>
              <a:sym typeface="Verdana"/>
            </a:endParaRPr>
          </a:p>
          <a:p>
            <a:pPr indent="0" lvl="0" marL="0" rtl="0" algn="l">
              <a:lnSpc>
                <a:spcPct val="115000"/>
              </a:lnSpc>
              <a:spcBef>
                <a:spcPts val="0"/>
              </a:spcBef>
              <a:spcAft>
                <a:spcPts val="0"/>
              </a:spcAft>
              <a:buNone/>
            </a:pPr>
            <a:r>
              <a:t/>
            </a:r>
            <a:endParaRPr b="1" sz="4000">
              <a:solidFill>
                <a:schemeClr val="dk1"/>
              </a:solidFill>
              <a:latin typeface="Verdana"/>
              <a:ea typeface="Verdana"/>
              <a:cs typeface="Verdana"/>
              <a:sym typeface="Verdana"/>
            </a:endParaRPr>
          </a:p>
          <a:p>
            <a:pPr indent="0" lvl="0" marL="0" rtl="0" algn="l">
              <a:lnSpc>
                <a:spcPct val="115000"/>
              </a:lnSpc>
              <a:spcBef>
                <a:spcPts val="0"/>
              </a:spcBef>
              <a:spcAft>
                <a:spcPts val="0"/>
              </a:spcAft>
              <a:buNone/>
            </a:pPr>
            <a:r>
              <a:rPr b="1" lang="en-US" sz="4000">
                <a:solidFill>
                  <a:schemeClr val="dk1"/>
                </a:solidFill>
                <a:latin typeface="Verdana"/>
                <a:ea typeface="Verdana"/>
                <a:cs typeface="Verdana"/>
                <a:sym typeface="Verdana"/>
              </a:rPr>
              <a:t>Your Task:</a:t>
            </a:r>
            <a:endParaRPr b="1" sz="4000">
              <a:solidFill>
                <a:schemeClr val="dk1"/>
              </a:solidFill>
              <a:latin typeface="Verdana"/>
              <a:ea typeface="Verdana"/>
              <a:cs typeface="Verdana"/>
              <a:sym typeface="Verdana"/>
            </a:endParaRPr>
          </a:p>
          <a:p>
            <a:pPr indent="0" lvl="0" marL="0" rtl="0" algn="l">
              <a:lnSpc>
                <a:spcPct val="115000"/>
              </a:lnSpc>
              <a:spcBef>
                <a:spcPts val="0"/>
              </a:spcBef>
              <a:spcAft>
                <a:spcPts val="0"/>
              </a:spcAft>
              <a:buNone/>
            </a:pPr>
            <a:r>
              <a:rPr lang="en-US" sz="4000">
                <a:solidFill>
                  <a:schemeClr val="dk1"/>
                </a:solidFill>
                <a:latin typeface="Verdana"/>
                <a:ea typeface="Verdana"/>
                <a:cs typeface="Verdana"/>
                <a:sym typeface="Verdana"/>
              </a:rPr>
              <a:t>Use your new gained skills of for loops and while loops (you decide which one to use), lists, and old skills (maybe variables?) to print the first 15 numbers in the fibonacci sequence!</a:t>
            </a:r>
            <a:endParaRPr sz="4000">
              <a:solidFill>
                <a:schemeClr val="dk1"/>
              </a:solidFill>
              <a:latin typeface="Verdana"/>
              <a:ea typeface="Verdana"/>
              <a:cs typeface="Verdana"/>
              <a:sym typeface="Verdana"/>
            </a:endParaRPr>
          </a:p>
        </p:txBody>
      </p:sp>
      <p:grpSp>
        <p:nvGrpSpPr>
          <p:cNvPr id="1551" name="Google Shape;1551;p32"/>
          <p:cNvGrpSpPr/>
          <p:nvPr/>
        </p:nvGrpSpPr>
        <p:grpSpPr>
          <a:xfrm>
            <a:off x="935775" y="888207"/>
            <a:ext cx="2065578" cy="1437506"/>
            <a:chOff x="0" y="-47625"/>
            <a:chExt cx="544017" cy="378600"/>
          </a:xfrm>
        </p:grpSpPr>
        <p:sp>
          <p:nvSpPr>
            <p:cNvPr id="1552" name="Google Shape;1552;p3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2"/>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54" name="Google Shape;1554;p32"/>
          <p:cNvGrpSpPr/>
          <p:nvPr/>
        </p:nvGrpSpPr>
        <p:grpSpPr>
          <a:xfrm>
            <a:off x="1045350" y="712139"/>
            <a:ext cx="2065578" cy="1437506"/>
            <a:chOff x="0" y="-47625"/>
            <a:chExt cx="544017" cy="378600"/>
          </a:xfrm>
        </p:grpSpPr>
        <p:sp>
          <p:nvSpPr>
            <p:cNvPr id="1555" name="Google Shape;1555;p32"/>
            <p:cNvSpPr/>
            <p:nvPr/>
          </p:nvSpPr>
          <p:spPr>
            <a:xfrm>
              <a:off x="0" y="0"/>
              <a:ext cx="544017" cy="330886"/>
            </a:xfrm>
            <a:custGeom>
              <a:rect b="b" l="l" r="r" t="t"/>
              <a:pathLst>
                <a:path extrusionOk="0" h="330886" w="544017">
                  <a:moveTo>
                    <a:pt x="119939" y="0"/>
                  </a:moveTo>
                  <a:lnTo>
                    <a:pt x="424078" y="0"/>
                  </a:lnTo>
                  <a:cubicBezTo>
                    <a:pt x="455888" y="0"/>
                    <a:pt x="486395" y="12636"/>
                    <a:pt x="508888" y="35129"/>
                  </a:cubicBezTo>
                  <a:cubicBezTo>
                    <a:pt x="531381" y="57622"/>
                    <a:pt x="544017" y="88129"/>
                    <a:pt x="544017" y="119939"/>
                  </a:cubicBezTo>
                  <a:lnTo>
                    <a:pt x="544017" y="210947"/>
                  </a:lnTo>
                  <a:cubicBezTo>
                    <a:pt x="544017" y="242757"/>
                    <a:pt x="531381" y="273264"/>
                    <a:pt x="508888" y="295756"/>
                  </a:cubicBezTo>
                  <a:cubicBezTo>
                    <a:pt x="486395" y="318249"/>
                    <a:pt x="455888" y="330886"/>
                    <a:pt x="424078" y="330886"/>
                  </a:cubicBezTo>
                  <a:lnTo>
                    <a:pt x="119939" y="330886"/>
                  </a:lnTo>
                  <a:cubicBezTo>
                    <a:pt x="88129" y="330886"/>
                    <a:pt x="57622" y="318249"/>
                    <a:pt x="35129" y="295756"/>
                  </a:cubicBezTo>
                  <a:cubicBezTo>
                    <a:pt x="12636" y="273264"/>
                    <a:pt x="0" y="242757"/>
                    <a:pt x="0" y="210947"/>
                  </a:cubicBezTo>
                  <a:lnTo>
                    <a:pt x="0" y="119939"/>
                  </a:lnTo>
                  <a:cubicBezTo>
                    <a:pt x="0" y="88129"/>
                    <a:pt x="12636" y="57622"/>
                    <a:pt x="35129" y="35129"/>
                  </a:cubicBezTo>
                  <a:cubicBezTo>
                    <a:pt x="57622" y="12636"/>
                    <a:pt x="88129" y="0"/>
                    <a:pt x="119939"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2"/>
            <p:cNvSpPr txBox="1"/>
            <p:nvPr/>
          </p:nvSpPr>
          <p:spPr>
            <a:xfrm>
              <a:off x="0" y="-47625"/>
              <a:ext cx="5439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57" name="Google Shape;1557;p32"/>
          <p:cNvSpPr txBox="1"/>
          <p:nvPr/>
        </p:nvSpPr>
        <p:spPr>
          <a:xfrm>
            <a:off x="3488875" y="952800"/>
            <a:ext cx="13925700" cy="13083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lang="en-US" sz="8500">
                <a:solidFill>
                  <a:srgbClr val="393A3F"/>
                </a:solidFill>
                <a:latin typeface="Anton"/>
                <a:ea typeface="Anton"/>
                <a:cs typeface="Anton"/>
                <a:sym typeface="Anton"/>
              </a:rPr>
              <a:t>Coding the </a:t>
            </a:r>
            <a:r>
              <a:rPr lang="en-US" sz="8500">
                <a:solidFill>
                  <a:srgbClr val="393A3F"/>
                </a:solidFill>
                <a:latin typeface="Anton"/>
                <a:ea typeface="Anton"/>
                <a:cs typeface="Anton"/>
                <a:sym typeface="Anton"/>
              </a:rPr>
              <a:t>Fibonacci</a:t>
            </a:r>
            <a:r>
              <a:rPr lang="en-US" sz="8500">
                <a:solidFill>
                  <a:srgbClr val="393A3F"/>
                </a:solidFill>
                <a:latin typeface="Anton"/>
                <a:ea typeface="Anton"/>
                <a:cs typeface="Anton"/>
                <a:sym typeface="Anton"/>
              </a:rPr>
              <a:t> Sequence</a:t>
            </a:r>
            <a:endParaRPr sz="8500"/>
          </a:p>
        </p:txBody>
      </p:sp>
      <p:sp>
        <p:nvSpPr>
          <p:cNvPr id="1558" name="Google Shape;1558;p32"/>
          <p:cNvSpPr txBox="1"/>
          <p:nvPr/>
        </p:nvSpPr>
        <p:spPr>
          <a:xfrm>
            <a:off x="1625054" y="945335"/>
            <a:ext cx="1485900" cy="1211700"/>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0" i="0" lang="en-US" sz="7873" u="none" cap="none" strike="noStrike">
                <a:solidFill>
                  <a:srgbClr val="FFFFFF"/>
                </a:solidFill>
                <a:latin typeface="Anton"/>
                <a:ea typeface="Anton"/>
                <a:cs typeface="Anton"/>
                <a:sym typeface="Anton"/>
              </a:rPr>
              <a:t>0</a:t>
            </a:r>
            <a:r>
              <a:rPr lang="en-US" sz="7873">
                <a:solidFill>
                  <a:srgbClr val="FFFFFF"/>
                </a:solidFill>
                <a:latin typeface="Anton"/>
                <a:ea typeface="Anton"/>
                <a:cs typeface="Anton"/>
                <a:sym typeface="Anton"/>
              </a:rPr>
              <a:t>8</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EF8"/>
        </a:solidFill>
      </p:bgPr>
    </p:bg>
    <p:spTree>
      <p:nvGrpSpPr>
        <p:cNvPr id="1562" name="Shape 1562"/>
        <p:cNvGrpSpPr/>
        <p:nvPr/>
      </p:nvGrpSpPr>
      <p:grpSpPr>
        <a:xfrm>
          <a:off x="0" y="0"/>
          <a:ext cx="0" cy="0"/>
          <a:chOff x="0" y="0"/>
          <a:chExt cx="0" cy="0"/>
        </a:xfrm>
      </p:grpSpPr>
      <p:grpSp>
        <p:nvGrpSpPr>
          <p:cNvPr id="1563" name="Google Shape;1563;p33"/>
          <p:cNvGrpSpPr/>
          <p:nvPr/>
        </p:nvGrpSpPr>
        <p:grpSpPr>
          <a:xfrm>
            <a:off x="4231650" y="4629636"/>
            <a:ext cx="9824703" cy="1591634"/>
            <a:chOff x="0" y="-47625"/>
            <a:chExt cx="1719710" cy="378600"/>
          </a:xfrm>
        </p:grpSpPr>
        <p:sp>
          <p:nvSpPr>
            <p:cNvPr id="1564" name="Google Shape;1564;p33"/>
            <p:cNvSpPr/>
            <p:nvPr/>
          </p:nvSpPr>
          <p:spPr>
            <a:xfrm>
              <a:off x="0" y="0"/>
              <a:ext cx="1719710" cy="330886"/>
            </a:xfrm>
            <a:custGeom>
              <a:rect b="b" l="l" r="r" t="t"/>
              <a:pathLst>
                <a:path extrusionOk="0" h="330886" w="171971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3"/>
            <p:cNvSpPr txBox="1"/>
            <p:nvPr/>
          </p:nvSpPr>
          <p:spPr>
            <a:xfrm>
              <a:off x="0" y="-47625"/>
              <a:ext cx="17196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66" name="Google Shape;1566;p33"/>
          <p:cNvGrpSpPr/>
          <p:nvPr/>
        </p:nvGrpSpPr>
        <p:grpSpPr>
          <a:xfrm>
            <a:off x="3823138" y="2549511"/>
            <a:ext cx="10641737" cy="3415313"/>
            <a:chOff x="0" y="-47625"/>
            <a:chExt cx="1719710" cy="378600"/>
          </a:xfrm>
        </p:grpSpPr>
        <p:sp>
          <p:nvSpPr>
            <p:cNvPr id="1567" name="Google Shape;1567;p33"/>
            <p:cNvSpPr/>
            <p:nvPr/>
          </p:nvSpPr>
          <p:spPr>
            <a:xfrm>
              <a:off x="0" y="0"/>
              <a:ext cx="1719710" cy="330886"/>
            </a:xfrm>
            <a:custGeom>
              <a:rect b="b" l="l" r="r" t="t"/>
              <a:pathLst>
                <a:path extrusionOk="0" h="330886" w="171971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F683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3"/>
            <p:cNvSpPr txBox="1"/>
            <p:nvPr/>
          </p:nvSpPr>
          <p:spPr>
            <a:xfrm>
              <a:off x="0" y="-47625"/>
              <a:ext cx="1719600" cy="3786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69" name="Google Shape;1569;p33"/>
          <p:cNvGrpSpPr/>
          <p:nvPr/>
        </p:nvGrpSpPr>
        <p:grpSpPr>
          <a:xfrm flipH="1" rot="10800000">
            <a:off x="417483" y="241933"/>
            <a:ext cx="5851052" cy="1310243"/>
            <a:chOff x="0" y="-241102"/>
            <a:chExt cx="7801402" cy="1746991"/>
          </a:xfrm>
        </p:grpSpPr>
        <p:grpSp>
          <p:nvGrpSpPr>
            <p:cNvPr id="1570" name="Google Shape;1570;p33"/>
            <p:cNvGrpSpPr/>
            <p:nvPr/>
          </p:nvGrpSpPr>
          <p:grpSpPr>
            <a:xfrm>
              <a:off x="0" y="-241102"/>
              <a:ext cx="2173362" cy="520931"/>
              <a:chOff x="0" y="-47625"/>
              <a:chExt cx="429306" cy="102900"/>
            </a:xfrm>
          </p:grpSpPr>
          <p:sp>
            <p:nvSpPr>
              <p:cNvPr id="1571" name="Google Shape;1571;p3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73" name="Google Shape;1573;p33"/>
            <p:cNvGrpSpPr/>
            <p:nvPr/>
          </p:nvGrpSpPr>
          <p:grpSpPr>
            <a:xfrm>
              <a:off x="2571714" y="-241102"/>
              <a:ext cx="2173362" cy="520931"/>
              <a:chOff x="0" y="-47625"/>
              <a:chExt cx="429306" cy="102900"/>
            </a:xfrm>
          </p:grpSpPr>
          <p:sp>
            <p:nvSpPr>
              <p:cNvPr id="1574" name="Google Shape;1574;p3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76" name="Google Shape;1576;p33"/>
            <p:cNvGrpSpPr/>
            <p:nvPr/>
          </p:nvGrpSpPr>
          <p:grpSpPr>
            <a:xfrm>
              <a:off x="1345333" y="575061"/>
              <a:ext cx="2173362" cy="520931"/>
              <a:chOff x="0" y="-47625"/>
              <a:chExt cx="429306" cy="102900"/>
            </a:xfrm>
          </p:grpSpPr>
          <p:sp>
            <p:nvSpPr>
              <p:cNvPr id="1577" name="Google Shape;1577;p3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79" name="Google Shape;1579;p33"/>
            <p:cNvGrpSpPr/>
            <p:nvPr/>
          </p:nvGrpSpPr>
          <p:grpSpPr>
            <a:xfrm>
              <a:off x="3658396" y="563639"/>
              <a:ext cx="2173362" cy="520931"/>
              <a:chOff x="0" y="-47625"/>
              <a:chExt cx="429306" cy="102900"/>
            </a:xfrm>
          </p:grpSpPr>
          <p:sp>
            <p:nvSpPr>
              <p:cNvPr id="1580" name="Google Shape;1580;p3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82" name="Google Shape;1582;p33"/>
            <p:cNvGrpSpPr/>
            <p:nvPr/>
          </p:nvGrpSpPr>
          <p:grpSpPr>
            <a:xfrm>
              <a:off x="5314643" y="-241102"/>
              <a:ext cx="1191034" cy="520931"/>
              <a:chOff x="0" y="-47625"/>
              <a:chExt cx="235266" cy="102900"/>
            </a:xfrm>
          </p:grpSpPr>
          <p:sp>
            <p:nvSpPr>
              <p:cNvPr id="1583" name="Google Shape;1583;p33"/>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3"/>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85" name="Google Shape;1585;p33"/>
            <p:cNvGrpSpPr/>
            <p:nvPr/>
          </p:nvGrpSpPr>
          <p:grpSpPr>
            <a:xfrm>
              <a:off x="6610368" y="563639"/>
              <a:ext cx="1191034" cy="520931"/>
              <a:chOff x="0" y="-47625"/>
              <a:chExt cx="235266" cy="102900"/>
            </a:xfrm>
          </p:grpSpPr>
          <p:sp>
            <p:nvSpPr>
              <p:cNvPr id="1586" name="Google Shape;1586;p33"/>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3"/>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88" name="Google Shape;1588;p33"/>
            <p:cNvGrpSpPr/>
            <p:nvPr/>
          </p:nvGrpSpPr>
          <p:grpSpPr>
            <a:xfrm>
              <a:off x="0" y="586483"/>
              <a:ext cx="1202850" cy="498150"/>
              <a:chOff x="0" y="-47625"/>
              <a:chExt cx="237600" cy="98400"/>
            </a:xfrm>
          </p:grpSpPr>
          <p:sp>
            <p:nvSpPr>
              <p:cNvPr id="1589" name="Google Shape;1589;p33"/>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3"/>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91" name="Google Shape;1591;p33"/>
            <p:cNvGrpSpPr/>
            <p:nvPr/>
          </p:nvGrpSpPr>
          <p:grpSpPr>
            <a:xfrm>
              <a:off x="0" y="165164"/>
              <a:ext cx="4377448" cy="520931"/>
              <a:chOff x="0" y="-47625"/>
              <a:chExt cx="864681" cy="102900"/>
            </a:xfrm>
          </p:grpSpPr>
          <p:sp>
            <p:nvSpPr>
              <p:cNvPr id="1592" name="Google Shape;1592;p33"/>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3"/>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594" name="Google Shape;1594;p33"/>
            <p:cNvGrpSpPr/>
            <p:nvPr/>
          </p:nvGrpSpPr>
          <p:grpSpPr>
            <a:xfrm>
              <a:off x="0" y="984958"/>
              <a:ext cx="4377448" cy="520931"/>
              <a:chOff x="0" y="-47625"/>
              <a:chExt cx="864681" cy="102900"/>
            </a:xfrm>
          </p:grpSpPr>
          <p:sp>
            <p:nvSpPr>
              <p:cNvPr id="1595" name="Google Shape;1595;p33"/>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3"/>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grpSp>
        <p:nvGrpSpPr>
          <p:cNvPr id="1597" name="Google Shape;1597;p33"/>
          <p:cNvGrpSpPr/>
          <p:nvPr/>
        </p:nvGrpSpPr>
        <p:grpSpPr>
          <a:xfrm>
            <a:off x="11999778" y="8693380"/>
            <a:ext cx="5851052" cy="1310243"/>
            <a:chOff x="2" y="-564"/>
            <a:chExt cx="7801403" cy="1746991"/>
          </a:xfrm>
        </p:grpSpPr>
        <p:grpSp>
          <p:nvGrpSpPr>
            <p:cNvPr id="1598" name="Google Shape;1598;p33"/>
            <p:cNvGrpSpPr/>
            <p:nvPr/>
          </p:nvGrpSpPr>
          <p:grpSpPr>
            <a:xfrm rot="10800000">
              <a:off x="5628043" y="1225496"/>
              <a:ext cx="2173362" cy="520931"/>
              <a:chOff x="0" y="-47625"/>
              <a:chExt cx="429306" cy="102900"/>
            </a:xfrm>
          </p:grpSpPr>
          <p:sp>
            <p:nvSpPr>
              <p:cNvPr id="1599" name="Google Shape;1599;p3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01" name="Google Shape;1601;p33"/>
            <p:cNvGrpSpPr/>
            <p:nvPr/>
          </p:nvGrpSpPr>
          <p:grpSpPr>
            <a:xfrm rot="10800000">
              <a:off x="3056329" y="1225496"/>
              <a:ext cx="2173362" cy="520931"/>
              <a:chOff x="0" y="-47625"/>
              <a:chExt cx="429306" cy="102900"/>
            </a:xfrm>
          </p:grpSpPr>
          <p:sp>
            <p:nvSpPr>
              <p:cNvPr id="1602" name="Google Shape;1602;p3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04" name="Google Shape;1604;p33"/>
            <p:cNvGrpSpPr/>
            <p:nvPr/>
          </p:nvGrpSpPr>
          <p:grpSpPr>
            <a:xfrm rot="10800000">
              <a:off x="4282710" y="409333"/>
              <a:ext cx="2173362" cy="520931"/>
              <a:chOff x="0" y="-47625"/>
              <a:chExt cx="429306" cy="102900"/>
            </a:xfrm>
          </p:grpSpPr>
          <p:sp>
            <p:nvSpPr>
              <p:cNvPr id="1605" name="Google Shape;1605;p3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07" name="Google Shape;1607;p33"/>
            <p:cNvGrpSpPr/>
            <p:nvPr/>
          </p:nvGrpSpPr>
          <p:grpSpPr>
            <a:xfrm rot="10800000">
              <a:off x="1969648" y="420756"/>
              <a:ext cx="2173362" cy="520931"/>
              <a:chOff x="0" y="-47625"/>
              <a:chExt cx="429306" cy="102900"/>
            </a:xfrm>
          </p:grpSpPr>
          <p:sp>
            <p:nvSpPr>
              <p:cNvPr id="1608" name="Google Shape;1608;p33"/>
              <p:cNvSpPr/>
              <p:nvPr/>
            </p:nvSpPr>
            <p:spPr>
              <a:xfrm>
                <a:off x="0" y="0"/>
                <a:ext cx="429306" cy="55164"/>
              </a:xfrm>
              <a:custGeom>
                <a:rect b="b" l="l" r="r" t="t"/>
                <a:pathLst>
                  <a:path extrusionOk="0" h="55164" w="429306">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3"/>
              <p:cNvSpPr txBox="1"/>
              <p:nvPr/>
            </p:nvSpPr>
            <p:spPr>
              <a:xfrm>
                <a:off x="0" y="-47625"/>
                <a:ext cx="4293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10" name="Google Shape;1610;p33"/>
            <p:cNvGrpSpPr/>
            <p:nvPr/>
          </p:nvGrpSpPr>
          <p:grpSpPr>
            <a:xfrm rot="10800000">
              <a:off x="1295727" y="1225496"/>
              <a:ext cx="1191034" cy="520931"/>
              <a:chOff x="0" y="-47625"/>
              <a:chExt cx="235266" cy="102900"/>
            </a:xfrm>
          </p:grpSpPr>
          <p:sp>
            <p:nvSpPr>
              <p:cNvPr id="1611" name="Google Shape;1611;p33"/>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3"/>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13" name="Google Shape;1613;p33"/>
            <p:cNvGrpSpPr/>
            <p:nvPr/>
          </p:nvGrpSpPr>
          <p:grpSpPr>
            <a:xfrm rot="10800000">
              <a:off x="2" y="420756"/>
              <a:ext cx="1191034" cy="520931"/>
              <a:chOff x="0" y="-47625"/>
              <a:chExt cx="235266" cy="102900"/>
            </a:xfrm>
          </p:grpSpPr>
          <p:sp>
            <p:nvSpPr>
              <p:cNvPr id="1614" name="Google Shape;1614;p33"/>
              <p:cNvSpPr/>
              <p:nvPr/>
            </p:nvSpPr>
            <p:spPr>
              <a:xfrm>
                <a:off x="0" y="0"/>
                <a:ext cx="235266" cy="55164"/>
              </a:xfrm>
              <a:custGeom>
                <a:rect b="b" l="l" r="r" t="t"/>
                <a:pathLst>
                  <a:path extrusionOk="0" h="55164" w="235266">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3"/>
              <p:cNvSpPr txBox="1"/>
              <p:nvPr/>
            </p:nvSpPr>
            <p:spPr>
              <a:xfrm>
                <a:off x="0" y="-47625"/>
                <a:ext cx="2352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16" name="Google Shape;1616;p33"/>
            <p:cNvGrpSpPr/>
            <p:nvPr/>
          </p:nvGrpSpPr>
          <p:grpSpPr>
            <a:xfrm rot="10800000">
              <a:off x="6598555" y="420693"/>
              <a:ext cx="1202850" cy="498150"/>
              <a:chOff x="0" y="-47625"/>
              <a:chExt cx="237600" cy="98400"/>
            </a:xfrm>
          </p:grpSpPr>
          <p:sp>
            <p:nvSpPr>
              <p:cNvPr id="1617" name="Google Shape;1617;p33"/>
              <p:cNvSpPr/>
              <p:nvPr/>
            </p:nvSpPr>
            <p:spPr>
              <a:xfrm>
                <a:off x="0" y="0"/>
                <a:ext cx="237523" cy="50651"/>
              </a:xfrm>
              <a:custGeom>
                <a:rect b="b" l="l" r="r" t="t"/>
                <a:pathLst>
                  <a:path extrusionOk="0" h="50651" w="237523">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3"/>
              <p:cNvSpPr txBox="1"/>
              <p:nvPr/>
            </p:nvSpPr>
            <p:spPr>
              <a:xfrm>
                <a:off x="0" y="-47625"/>
                <a:ext cx="237600" cy="984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19" name="Google Shape;1619;p33"/>
            <p:cNvGrpSpPr/>
            <p:nvPr/>
          </p:nvGrpSpPr>
          <p:grpSpPr>
            <a:xfrm rot="10800000">
              <a:off x="3423956" y="819231"/>
              <a:ext cx="4377448" cy="520931"/>
              <a:chOff x="0" y="-47625"/>
              <a:chExt cx="864681" cy="102900"/>
            </a:xfrm>
          </p:grpSpPr>
          <p:sp>
            <p:nvSpPr>
              <p:cNvPr id="1620" name="Google Shape;1620;p33"/>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3"/>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22" name="Google Shape;1622;p33"/>
            <p:cNvGrpSpPr/>
            <p:nvPr/>
          </p:nvGrpSpPr>
          <p:grpSpPr>
            <a:xfrm rot="10800000">
              <a:off x="3423956" y="-564"/>
              <a:ext cx="4377448" cy="520931"/>
              <a:chOff x="0" y="-47625"/>
              <a:chExt cx="864681" cy="102900"/>
            </a:xfrm>
          </p:grpSpPr>
          <p:sp>
            <p:nvSpPr>
              <p:cNvPr id="1623" name="Google Shape;1623;p33"/>
              <p:cNvSpPr/>
              <p:nvPr/>
            </p:nvSpPr>
            <p:spPr>
              <a:xfrm>
                <a:off x="0" y="0"/>
                <a:ext cx="864681" cy="55164"/>
              </a:xfrm>
              <a:custGeom>
                <a:rect b="b" l="l" r="r" t="t"/>
                <a:pathLst>
                  <a:path extrusionOk="0" h="55164" w="864681">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3"/>
              <p:cNvSpPr txBox="1"/>
              <p:nvPr/>
            </p:nvSpPr>
            <p:spPr>
              <a:xfrm>
                <a:off x="0" y="-47625"/>
                <a:ext cx="864600" cy="102900"/>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sp>
        <p:nvSpPr>
          <p:cNvPr id="1625" name="Google Shape;1625;p33"/>
          <p:cNvSpPr txBox="1"/>
          <p:nvPr/>
        </p:nvSpPr>
        <p:spPr>
          <a:xfrm>
            <a:off x="3866563" y="6385938"/>
            <a:ext cx="10554900" cy="1310100"/>
          </a:xfrm>
          <a:prstGeom prst="rect">
            <a:avLst/>
          </a:prstGeom>
          <a:noFill/>
          <a:ln>
            <a:noFill/>
          </a:ln>
        </p:spPr>
        <p:txBody>
          <a:bodyPr anchorCtr="0" anchor="t" bIns="0" lIns="0" spcFirstLastPara="1" rIns="0" wrap="square" tIns="0">
            <a:noAutofit/>
          </a:bodyPr>
          <a:lstStyle/>
          <a:p>
            <a:pPr indent="0" lvl="0" marL="457200" rtl="0" algn="ctr">
              <a:lnSpc>
                <a:spcPct val="115000"/>
              </a:lnSpc>
              <a:spcBef>
                <a:spcPts val="1200"/>
              </a:spcBef>
              <a:spcAft>
                <a:spcPts val="1200"/>
              </a:spcAft>
              <a:buNone/>
            </a:pPr>
            <a:r>
              <a:rPr lang="en-US" sz="4300">
                <a:solidFill>
                  <a:schemeClr val="dk1"/>
                </a:solidFill>
                <a:latin typeface="Verdana"/>
                <a:ea typeface="Verdana"/>
                <a:cs typeface="Verdana"/>
                <a:sym typeface="Verdana"/>
              </a:rPr>
              <a:t>Remember to clean up and stack chairs!</a:t>
            </a:r>
            <a:endParaRPr sz="4800">
              <a:solidFill>
                <a:schemeClr val="dk1"/>
              </a:solidFill>
              <a:latin typeface="Verdana"/>
              <a:ea typeface="Verdana"/>
              <a:cs typeface="Verdana"/>
              <a:sym typeface="Verdana"/>
            </a:endParaRPr>
          </a:p>
        </p:txBody>
      </p:sp>
      <p:sp>
        <p:nvSpPr>
          <p:cNvPr id="1626" name="Google Shape;1626;p33"/>
          <p:cNvSpPr txBox="1"/>
          <p:nvPr/>
        </p:nvSpPr>
        <p:spPr>
          <a:xfrm>
            <a:off x="4597638" y="3562213"/>
            <a:ext cx="9092700" cy="18471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12000">
                <a:solidFill>
                  <a:srgbClr val="393A3F"/>
                </a:solidFill>
                <a:latin typeface="Anton"/>
                <a:ea typeface="Anton"/>
                <a:cs typeface="Anton"/>
                <a:sym typeface="Anton"/>
              </a:rPr>
              <a:t>Thats It!</a:t>
            </a:r>
            <a:endParaRPr sz="12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gramming Lesson Presentation">
  <a:themeElements>
    <a:clrScheme name="Office">
      <a:dk1>
        <a:srgbClr val="000000"/>
      </a:dk1>
      <a:lt1>
        <a:srgbClr val="FFFFFF"/>
      </a:lt1>
      <a:dk2>
        <a:srgbClr val="888888"/>
      </a:dk2>
      <a:lt2>
        <a:srgbClr val="A6A6A6"/>
      </a:lt2>
      <a:accent1>
        <a:srgbClr val="BBBBBB"/>
      </a:accent1>
      <a:accent2>
        <a:srgbClr val="E9E9E9"/>
      </a:accent2>
      <a:accent3>
        <a:srgbClr val="F6836B"/>
      </a:accent3>
      <a:accent4>
        <a:srgbClr val="ED7843"/>
      </a:accent4>
      <a:accent5>
        <a:srgbClr val="FFFEF8"/>
      </a:accent5>
      <a:accent6>
        <a:srgbClr val="5EC9CC"/>
      </a:accent6>
      <a:hlink>
        <a:srgbClr val="FF4F63"/>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
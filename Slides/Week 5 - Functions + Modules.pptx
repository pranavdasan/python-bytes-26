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10287000" cx="18288000"/>
  <p:notesSz cx="6858000" cy="9144000"/>
  <p:embeddedFontLst>
    <p:embeddedFont>
      <p:font typeface="Anton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nton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ef98558070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g2ef98558070_0_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ef98558070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g2ef98558070_0_4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ef98558070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g2ef98558070_0_5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f0ba9ac29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g2f0ba9ac295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3a015c896a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g3a015c896a2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a015c896a2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g3a015c896a2_2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3a015c896a2_2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g3a015c896a2_2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3a015c896a2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g3a015c896a2_2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3a015c896a2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g3a015c896a2_2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3a015c896a2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g3a015c896a2_0_5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3a015c896a2_2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g3a015c896a2_2_4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3a015c896a2_2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g3a015c896a2_2_5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2ef98558070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g2ef98558070_1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g3a015c896a2_2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g3a015c896a2_2_4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g3a015c896a2_2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g3a015c896a2_2_5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g2e2d3ac5ec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g2e2d3ac5ecc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g272f85f43d4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g272f85f43d4_0_3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g2f0ba9ac295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g2f0ba9ac295_0_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g2ef98558070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g2ef98558070_0_8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g2f0ba9ac295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g2f0ba9ac295_0_2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5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g3a015c896a2_2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g3a015c896a2_2_5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7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2ef98558070_1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g2ef98558070_1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614350" y="2454275"/>
            <a:ext cx="16557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4491025" y="56245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12" name="Google Shape;12;p3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3" name="Google Shape;13;p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" name="Google Shape;14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7" name="Google Shape;17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9" name="Google Shape;29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" name="Google Shape;40;p3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41" name="Google Shape;41;p3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42" name="Google Shape;42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44;p3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3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" name="Google Shape;53;p3"/>
          <p:cNvSpPr/>
          <p:nvPr/>
        </p:nvSpPr>
        <p:spPr>
          <a:xfrm>
            <a:off x="9692551" y="7638170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>
            <p:ph type="title"/>
          </p:nvPr>
        </p:nvSpPr>
        <p:spPr>
          <a:xfrm>
            <a:off x="655875" y="26379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" type="body"/>
          </p:nvPr>
        </p:nvSpPr>
        <p:spPr>
          <a:xfrm>
            <a:off x="1981225" y="5942025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7" name="Google Shape;57;p4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58" name="Google Shape;58;p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62" name="Google Shape;62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" name="Google Shape;64;p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5" name="Google Shape;65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8" name="Google Shape;68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70;p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1" name="Google Shape;71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" name="Google Shape;79;p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0" name="Google Shape;80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p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3" name="Google Shape;83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" name="Google Shape;85;p4"/>
          <p:cNvGrpSpPr/>
          <p:nvPr/>
        </p:nvGrpSpPr>
        <p:grpSpPr>
          <a:xfrm>
            <a:off x="503084" y="428766"/>
            <a:ext cx="5851052" cy="1310243"/>
            <a:chOff x="2" y="-564"/>
            <a:chExt cx="7801403" cy="1746991"/>
          </a:xfrm>
        </p:grpSpPr>
        <p:grpSp>
          <p:nvGrpSpPr>
            <p:cNvPr id="86" name="Google Shape;86;p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7" name="Google Shape;87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" name="Google Shape;89;p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" name="Google Shape;92;p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93" name="Google Shape;93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96" name="Google Shape;96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99" name="Google Shape;99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" name="Google Shape;101;p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02" name="Google Shape;102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" name="Google Shape;104;p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05" name="Google Shape;105;p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" name="Google Shape;107;p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08" name="Google Shape;108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11" name="Google Shape;111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3" name="Google Shape;113;p4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14" name="Google Shape;114;p4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15" name="Google Shape;115;p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" name="Google Shape;117;p4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" name="Google Shape;120;p4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4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740850" y="1382675"/>
            <a:ext cx="16806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2579688" y="65976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129" name="Google Shape;129;p5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30" name="Google Shape;130;p5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31" name="Google Shape;131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5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34" name="Google Shape;134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5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37" name="Google Shape;137;p5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5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5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40" name="Google Shape;140;p5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" name="Google Shape;142;p5"/>
          <p:cNvSpPr/>
          <p:nvPr/>
        </p:nvSpPr>
        <p:spPr>
          <a:xfrm>
            <a:off x="16422857" y="6279622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3" name="Google Shape;143;p5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44" name="Google Shape;144;p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" name="Google Shape;165;p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69" name="Google Shape;169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>
            <p:ph type="title"/>
          </p:nvPr>
        </p:nvSpPr>
        <p:spPr>
          <a:xfrm>
            <a:off x="671525" y="2586675"/>
            <a:ext cx="16595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6"/>
          <p:cNvSpPr txBox="1"/>
          <p:nvPr>
            <p:ph idx="1" type="body"/>
          </p:nvPr>
        </p:nvSpPr>
        <p:spPr>
          <a:xfrm>
            <a:off x="3219425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174" name="Google Shape;174;p6"/>
          <p:cNvSpPr txBox="1"/>
          <p:nvPr>
            <p:ph idx="2" type="body"/>
          </p:nvPr>
        </p:nvSpPr>
        <p:spPr>
          <a:xfrm>
            <a:off x="9075569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grpSp>
        <p:nvGrpSpPr>
          <p:cNvPr id="175" name="Google Shape;175;p6"/>
          <p:cNvGrpSpPr/>
          <p:nvPr/>
        </p:nvGrpSpPr>
        <p:grpSpPr>
          <a:xfrm>
            <a:off x="417483" y="242355"/>
            <a:ext cx="5851052" cy="1310243"/>
            <a:chOff x="0" y="-241102"/>
            <a:chExt cx="7801402" cy="1746991"/>
          </a:xfrm>
        </p:grpSpPr>
        <p:grpSp>
          <p:nvGrpSpPr>
            <p:cNvPr id="176" name="Google Shape;176;p6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77" name="Google Shape;177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6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80" name="Google Shape;180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6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83" name="Google Shape;183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6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86" name="Google Shape;186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6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p6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" name="Google Shape;197;p6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" name="Google Shape;200;p6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201" name="Google Shape;201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" name="Google Shape;203;p6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04" name="Google Shape;204;p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8" name="Google Shape;208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6"/>
          <p:cNvSpPr/>
          <p:nvPr/>
        </p:nvSpPr>
        <p:spPr>
          <a:xfrm>
            <a:off x="14123600" y="4763750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2" name="Google Shape;232;p6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33" name="Google Shape;233;p6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34" name="Google Shape;234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6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37" name="Google Shape;237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6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40" name="Google Shape;240;p6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6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/>
          <p:nvPr>
            <p:ph type="title"/>
          </p:nvPr>
        </p:nvSpPr>
        <p:spPr>
          <a:xfrm>
            <a:off x="576300" y="2672488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7"/>
          <p:cNvSpPr txBox="1"/>
          <p:nvPr>
            <p:ph idx="1" type="body"/>
          </p:nvPr>
        </p:nvSpPr>
        <p:spPr>
          <a:xfrm>
            <a:off x="1528775" y="5556275"/>
            <a:ext cx="50142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248" name="Google Shape;248;p7"/>
          <p:cNvSpPr txBox="1"/>
          <p:nvPr>
            <p:ph idx="2" type="body"/>
          </p:nvPr>
        </p:nvSpPr>
        <p:spPr>
          <a:xfrm>
            <a:off x="6726129" y="5556275"/>
            <a:ext cx="50160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grpSp>
        <p:nvGrpSpPr>
          <p:cNvPr id="249" name="Google Shape;249;p7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50" name="Google Shape;250;p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51" name="Google Shape;251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54" name="Google Shape;254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60" name="Google Shape;260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3" name="Google Shape;263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p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66" name="Google Shape;266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69" name="Google Shape;269;p7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72" name="Google Shape;272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" name="Google Shape;274;p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75" name="Google Shape;275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" name="Google Shape;277;p7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78" name="Google Shape;278;p7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79" name="Google Shape;279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7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82" name="Google Shape;282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p7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85" name="Google Shape;285;p7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7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7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7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0" name="Google Shape;290;p7"/>
          <p:cNvSpPr/>
          <p:nvPr/>
        </p:nvSpPr>
        <p:spPr>
          <a:xfrm>
            <a:off x="15378768" y="4930826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 txBox="1"/>
          <p:nvPr>
            <p:ph type="title"/>
          </p:nvPr>
        </p:nvSpPr>
        <p:spPr>
          <a:xfrm>
            <a:off x="751125" y="27987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3" name="Google Shape;293;p8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94" name="Google Shape;294;p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95" name="Google Shape;295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98" name="Google Shape;298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01" name="Google Shape;301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" name="Google Shape;303;p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" name="Google Shape;306;p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07" name="Google Shape;307;p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9" name="Google Shape;309;p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10" name="Google Shape;310;p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2" name="Google Shape;312;p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13" name="Google Shape;313;p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5" name="Google Shape;315;p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8" name="Google Shape;318;p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19" name="Google Shape;319;p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" name="Google Shape;321;p8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22" name="Google Shape;322;p8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23" name="Google Shape;323;p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8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26" name="Google Shape;326;p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8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29" name="Google Shape;329;p8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8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" name="Google Shape;331;p8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32" name="Google Shape;332;p8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8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4" name="Google Shape;334;p8"/>
          <p:cNvSpPr/>
          <p:nvPr/>
        </p:nvSpPr>
        <p:spPr>
          <a:xfrm>
            <a:off x="15378768" y="4930826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"/>
          <p:cNvSpPr txBox="1"/>
          <p:nvPr>
            <p:ph type="title"/>
          </p:nvPr>
        </p:nvSpPr>
        <p:spPr>
          <a:xfrm>
            <a:off x="742950" y="4058913"/>
            <a:ext cx="164046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7" name="Google Shape;337;p9"/>
          <p:cNvSpPr txBox="1"/>
          <p:nvPr>
            <p:ph idx="1" type="body"/>
          </p:nvPr>
        </p:nvSpPr>
        <p:spPr>
          <a:xfrm>
            <a:off x="5336650" y="5817575"/>
            <a:ext cx="7453200" cy="30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338" name="Google Shape;338;p9"/>
          <p:cNvSpPr txBox="1"/>
          <p:nvPr>
            <p:ph idx="2" type="body"/>
          </p:nvPr>
        </p:nvSpPr>
        <p:spPr>
          <a:xfrm>
            <a:off x="742950" y="5817580"/>
            <a:ext cx="4386600" cy="3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/>
        </p:txBody>
      </p:sp>
      <p:grpSp>
        <p:nvGrpSpPr>
          <p:cNvPr id="339" name="Google Shape;339;p9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40" name="Google Shape;340;p9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41" name="Google Shape;341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9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44" name="Google Shape;344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9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47" name="Google Shape;347;p9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9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9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50" name="Google Shape;350;p9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9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2" name="Google Shape;352;p9"/>
          <p:cNvSpPr/>
          <p:nvPr/>
        </p:nvSpPr>
        <p:spPr>
          <a:xfrm>
            <a:off x="14580281" y="4222181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3" name="Google Shape;353;p9"/>
          <p:cNvGrpSpPr/>
          <p:nvPr/>
        </p:nvGrpSpPr>
        <p:grpSpPr>
          <a:xfrm>
            <a:off x="12072976" y="8575885"/>
            <a:ext cx="5851052" cy="1310243"/>
            <a:chOff x="2" y="-564"/>
            <a:chExt cx="7801403" cy="1746991"/>
          </a:xfrm>
        </p:grpSpPr>
        <p:grpSp>
          <p:nvGrpSpPr>
            <p:cNvPr id="354" name="Google Shape;354;p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355" name="Google Shape;355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" name="Google Shape;357;p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358" name="Google Shape;358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0" name="Google Shape;360;p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64" name="Google Shape;364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67" name="Google Shape;367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" name="Google Shape;369;p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70" name="Google Shape;370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73" name="Google Shape;373;p9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5" name="Google Shape;375;p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76" name="Google Shape;376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79" name="Google Shape;379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"/>
          <p:cNvSpPr txBox="1"/>
          <p:nvPr>
            <p:ph type="title"/>
          </p:nvPr>
        </p:nvSpPr>
        <p:spPr>
          <a:xfrm>
            <a:off x="1002575" y="4737700"/>
            <a:ext cx="16871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83" name="Google Shape;383;p10"/>
          <p:cNvSpPr/>
          <p:nvPr>
            <p:ph idx="2" type="pic"/>
          </p:nvPr>
        </p:nvSpPr>
        <p:spPr>
          <a:xfrm>
            <a:off x="1125547" y="5629275"/>
            <a:ext cx="4245000" cy="31839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10"/>
          <p:cNvSpPr txBox="1"/>
          <p:nvPr>
            <p:ph idx="1" type="body"/>
          </p:nvPr>
        </p:nvSpPr>
        <p:spPr>
          <a:xfrm>
            <a:off x="6159513" y="60816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/>
        </p:txBody>
      </p:sp>
      <p:sp>
        <p:nvSpPr>
          <p:cNvPr id="385" name="Google Shape;385;p10"/>
          <p:cNvSpPr/>
          <p:nvPr/>
        </p:nvSpPr>
        <p:spPr>
          <a:xfrm>
            <a:off x="14398941" y="5079095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6" name="Google Shape;386;p10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87" name="Google Shape;387;p10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88" name="Google Shape;388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10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91" name="Google Shape;391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10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94" name="Google Shape;394;p10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0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10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97" name="Google Shape;397;p10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0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9" name="Google Shape;399;p10"/>
          <p:cNvGrpSpPr/>
          <p:nvPr/>
        </p:nvGrpSpPr>
        <p:grpSpPr>
          <a:xfrm rot="10800000">
            <a:off x="8547898" y="480862"/>
            <a:ext cx="5851052" cy="1310243"/>
            <a:chOff x="2" y="-564"/>
            <a:chExt cx="7801403" cy="1746991"/>
          </a:xfrm>
        </p:grpSpPr>
        <p:grpSp>
          <p:nvGrpSpPr>
            <p:cNvPr id="400" name="Google Shape;400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01" name="Google Shape;401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04" name="Google Shape;404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07" name="Google Shape;407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10" name="Google Shape;410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" name="Google Shape;412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13" name="Google Shape;413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16" name="Google Shape;416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19" name="Google Shape;419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22" name="Google Shape;422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4" name="Google Shape;424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25" name="Google Shape;425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7" name="Google Shape;427;p10"/>
          <p:cNvGrpSpPr/>
          <p:nvPr/>
        </p:nvGrpSpPr>
        <p:grpSpPr>
          <a:xfrm rot="10800000">
            <a:off x="12023215" y="8251029"/>
            <a:ext cx="5851052" cy="1310243"/>
            <a:chOff x="2" y="-564"/>
            <a:chExt cx="7801403" cy="1746991"/>
          </a:xfrm>
        </p:grpSpPr>
        <p:grpSp>
          <p:nvGrpSpPr>
            <p:cNvPr id="428" name="Google Shape;428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29" name="Google Shape;429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1" name="Google Shape;431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32" name="Google Shape;432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4" name="Google Shape;434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35" name="Google Shape;435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" name="Google Shape;437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38" name="Google Shape;438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" name="Google Shape;440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41" name="Google Shape;441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44" name="Google Shape;444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 txBox="1"/>
          <p:nvPr>
            <p:ph type="ctrTitle"/>
          </p:nvPr>
        </p:nvSpPr>
        <p:spPr>
          <a:xfrm>
            <a:off x="614350" y="2454275"/>
            <a:ext cx="16557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13"/>
          <p:cNvSpPr txBox="1"/>
          <p:nvPr>
            <p:ph idx="1" type="subTitle"/>
          </p:nvPr>
        </p:nvSpPr>
        <p:spPr>
          <a:xfrm>
            <a:off x="4491025" y="56245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462" name="Google Shape;462;p13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463" name="Google Shape;463;p1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64" name="Google Shape;464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6" name="Google Shape;466;p1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67" name="Google Shape;467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" name="Google Shape;469;p1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70" name="Google Shape;470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" name="Google Shape;472;p1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73" name="Google Shape;473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1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76" name="Google Shape;476;p1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1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79" name="Google Shape;479;p1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" name="Google Shape;481;p1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82" name="Google Shape;482;p1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4" name="Google Shape;484;p1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85" name="Google Shape;485;p1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7" name="Google Shape;487;p1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88" name="Google Shape;488;p1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0" name="Google Shape;490;p13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491" name="Google Shape;491;p13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492" name="Google Shape;492;p1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4" name="Google Shape;494;p13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495" name="Google Shape;495;p1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13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498" name="Google Shape;498;p13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3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" name="Google Shape;500;p13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01" name="Google Shape;501;p13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3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3" name="Google Shape;503;p13"/>
          <p:cNvSpPr/>
          <p:nvPr/>
        </p:nvSpPr>
        <p:spPr>
          <a:xfrm>
            <a:off x="9692551" y="7638170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4"/>
          <p:cNvSpPr txBox="1"/>
          <p:nvPr>
            <p:ph type="title"/>
          </p:nvPr>
        </p:nvSpPr>
        <p:spPr>
          <a:xfrm>
            <a:off x="655875" y="26379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14"/>
          <p:cNvSpPr txBox="1"/>
          <p:nvPr>
            <p:ph idx="1" type="body"/>
          </p:nvPr>
        </p:nvSpPr>
        <p:spPr>
          <a:xfrm>
            <a:off x="1981225" y="5942025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07" name="Google Shape;507;p14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508" name="Google Shape;508;p1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09" name="Google Shape;509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1" name="Google Shape;511;p1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512" name="Google Shape;512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4" name="Google Shape;514;p1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515" name="Google Shape;515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7" name="Google Shape;517;p1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518" name="Google Shape;518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0" name="Google Shape;520;p1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521" name="Google Shape;521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3" name="Google Shape;523;p1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524" name="Google Shape;524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6" name="Google Shape;526;p1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527" name="Google Shape;527;p1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9" name="Google Shape;529;p1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530" name="Google Shape;530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2" name="Google Shape;532;p1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533" name="Google Shape;533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5" name="Google Shape;535;p14"/>
          <p:cNvGrpSpPr/>
          <p:nvPr/>
        </p:nvGrpSpPr>
        <p:grpSpPr>
          <a:xfrm>
            <a:off x="503084" y="428766"/>
            <a:ext cx="5851052" cy="1310243"/>
            <a:chOff x="2" y="-564"/>
            <a:chExt cx="7801403" cy="1746991"/>
          </a:xfrm>
        </p:grpSpPr>
        <p:grpSp>
          <p:nvGrpSpPr>
            <p:cNvPr id="536" name="Google Shape;536;p1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37" name="Google Shape;537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9" name="Google Shape;539;p1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540" name="Google Shape;540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2" name="Google Shape;542;p1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543" name="Google Shape;543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5" name="Google Shape;545;p1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546" name="Google Shape;546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1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549" name="Google Shape;549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1" name="Google Shape;551;p1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552" name="Google Shape;552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4" name="Google Shape;554;p1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555" name="Google Shape;555;p1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7" name="Google Shape;557;p1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558" name="Google Shape;558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0" name="Google Shape;560;p1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561" name="Google Shape;561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63" name="Google Shape;563;p14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564" name="Google Shape;564;p14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565" name="Google Shape;565;p1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7" name="Google Shape;567;p14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568" name="Google Shape;568;p1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0" name="Google Shape;570;p14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571" name="Google Shape;571;p14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14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3" name="Google Shape;573;p14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74" name="Google Shape;574;p14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14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5"/>
          <p:cNvSpPr txBox="1"/>
          <p:nvPr>
            <p:ph type="title"/>
          </p:nvPr>
        </p:nvSpPr>
        <p:spPr>
          <a:xfrm>
            <a:off x="740850" y="1382675"/>
            <a:ext cx="16806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78" name="Google Shape;578;p15"/>
          <p:cNvSpPr txBox="1"/>
          <p:nvPr>
            <p:ph idx="1" type="body"/>
          </p:nvPr>
        </p:nvSpPr>
        <p:spPr>
          <a:xfrm>
            <a:off x="2579688" y="65976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579" name="Google Shape;579;p15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580" name="Google Shape;580;p15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581" name="Google Shape;581;p1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3" name="Google Shape;583;p15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584" name="Google Shape;584;p1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6" name="Google Shape;586;p15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587" name="Google Shape;587;p15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5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9" name="Google Shape;589;p15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90" name="Google Shape;590;p15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5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2" name="Google Shape;592;p15"/>
          <p:cNvSpPr/>
          <p:nvPr/>
        </p:nvSpPr>
        <p:spPr>
          <a:xfrm>
            <a:off x="16422857" y="6279622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93" name="Google Shape;593;p15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594" name="Google Shape;594;p1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95" name="Google Shape;59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1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598" name="Google Shape;598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" name="Google Shape;600;p1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01" name="Google Shape;601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3" name="Google Shape;603;p1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04" name="Google Shape;604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6" name="Google Shape;606;p1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607" name="Google Shape;607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9" name="Google Shape;609;p1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610" name="Google Shape;610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2" name="Google Shape;612;p1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5" name="Google Shape;615;p1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616" name="Google Shape;616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1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619" name="Google Shape;619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6"/>
          <p:cNvSpPr txBox="1"/>
          <p:nvPr>
            <p:ph type="title"/>
          </p:nvPr>
        </p:nvSpPr>
        <p:spPr>
          <a:xfrm>
            <a:off x="671525" y="2586675"/>
            <a:ext cx="16595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16"/>
          <p:cNvSpPr txBox="1"/>
          <p:nvPr>
            <p:ph idx="1" type="body"/>
          </p:nvPr>
        </p:nvSpPr>
        <p:spPr>
          <a:xfrm>
            <a:off x="3219425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624" name="Google Shape;624;p16"/>
          <p:cNvSpPr txBox="1"/>
          <p:nvPr>
            <p:ph idx="2" type="body"/>
          </p:nvPr>
        </p:nvSpPr>
        <p:spPr>
          <a:xfrm>
            <a:off x="9075569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grpSp>
        <p:nvGrpSpPr>
          <p:cNvPr id="625" name="Google Shape;625;p16"/>
          <p:cNvGrpSpPr/>
          <p:nvPr/>
        </p:nvGrpSpPr>
        <p:grpSpPr>
          <a:xfrm>
            <a:off x="417483" y="242355"/>
            <a:ext cx="5851052" cy="1310243"/>
            <a:chOff x="0" y="-241102"/>
            <a:chExt cx="7801402" cy="1746991"/>
          </a:xfrm>
        </p:grpSpPr>
        <p:grpSp>
          <p:nvGrpSpPr>
            <p:cNvPr id="626" name="Google Shape;626;p16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627" name="Google Shape;627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9" name="Google Shape;629;p16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630" name="Google Shape;630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2" name="Google Shape;632;p16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633" name="Google Shape;633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5" name="Google Shape;635;p16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636" name="Google Shape;636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8" name="Google Shape;638;p16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639" name="Google Shape;639;p1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1" name="Google Shape;641;p16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642" name="Google Shape;642;p1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4" name="Google Shape;644;p16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645" name="Google Shape;645;p1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1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7" name="Google Shape;647;p16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648" name="Google Shape;648;p1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0" name="Google Shape;650;p16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651" name="Google Shape;651;p1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53" name="Google Shape;653;p16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654" name="Google Shape;654;p1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655" name="Google Shape;655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7" name="Google Shape;657;p1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658" name="Google Shape;658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0" name="Google Shape;660;p1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61" name="Google Shape;661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3" name="Google Shape;663;p1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64" name="Google Shape;664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6" name="Google Shape;666;p1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667" name="Google Shape;667;p1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1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9" name="Google Shape;669;p1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670" name="Google Shape;670;p1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1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2" name="Google Shape;672;p1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673" name="Google Shape;673;p1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1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5" name="Google Shape;675;p1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676" name="Google Shape;676;p1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1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8" name="Google Shape;678;p1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679" name="Google Shape;679;p1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81" name="Google Shape;681;p16"/>
          <p:cNvSpPr/>
          <p:nvPr/>
        </p:nvSpPr>
        <p:spPr>
          <a:xfrm>
            <a:off x="14123600" y="4763750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82" name="Google Shape;682;p16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683" name="Google Shape;683;p16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684" name="Google Shape;684;p1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6" name="Google Shape;686;p16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687" name="Google Shape;687;p1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1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9" name="Google Shape;689;p16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690" name="Google Shape;690;p16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16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2" name="Google Shape;692;p16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693" name="Google Shape;693;p16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16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7"/>
          <p:cNvSpPr txBox="1"/>
          <p:nvPr>
            <p:ph type="title"/>
          </p:nvPr>
        </p:nvSpPr>
        <p:spPr>
          <a:xfrm>
            <a:off x="576300" y="2672488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17"/>
          <p:cNvSpPr txBox="1"/>
          <p:nvPr>
            <p:ph idx="1" type="body"/>
          </p:nvPr>
        </p:nvSpPr>
        <p:spPr>
          <a:xfrm>
            <a:off x="1528775" y="5556275"/>
            <a:ext cx="50142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698" name="Google Shape;698;p17"/>
          <p:cNvSpPr txBox="1"/>
          <p:nvPr>
            <p:ph idx="2" type="body"/>
          </p:nvPr>
        </p:nvSpPr>
        <p:spPr>
          <a:xfrm>
            <a:off x="6726129" y="5556275"/>
            <a:ext cx="50160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grpSp>
        <p:nvGrpSpPr>
          <p:cNvPr id="699" name="Google Shape;699;p17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700" name="Google Shape;700;p1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701" name="Google Shape;701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3" name="Google Shape;703;p1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704" name="Google Shape;704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6" name="Google Shape;706;p1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707" name="Google Shape;707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9" name="Google Shape;709;p1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710" name="Google Shape;710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2" name="Google Shape;712;p1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13" name="Google Shape;713;p1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1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8" name="Google Shape;718;p1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19" name="Google Shape;719;p17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1" name="Google Shape;721;p1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722" name="Google Shape;722;p1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4" name="Google Shape;724;p1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725" name="Google Shape;725;p1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7" name="Google Shape;727;p17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728" name="Google Shape;728;p17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729" name="Google Shape;729;p1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1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1" name="Google Shape;731;p17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732" name="Google Shape;732;p1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1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4" name="Google Shape;734;p17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735" name="Google Shape;735;p17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7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7" name="Google Shape;737;p17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738" name="Google Shape;738;p17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7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0" name="Google Shape;740;p17"/>
          <p:cNvSpPr/>
          <p:nvPr/>
        </p:nvSpPr>
        <p:spPr>
          <a:xfrm>
            <a:off x="15378768" y="4930826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8"/>
          <p:cNvSpPr txBox="1"/>
          <p:nvPr>
            <p:ph type="title"/>
          </p:nvPr>
        </p:nvSpPr>
        <p:spPr>
          <a:xfrm>
            <a:off x="751125" y="27987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3" name="Google Shape;743;p18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744" name="Google Shape;744;p1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745" name="Google Shape;745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7" name="Google Shape;747;p1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748" name="Google Shape;748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0" name="Google Shape;750;p1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751" name="Google Shape;751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3" name="Google Shape;753;p1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754" name="Google Shape;754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6" name="Google Shape;756;p1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57" name="Google Shape;757;p1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1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9" name="Google Shape;759;p1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60" name="Google Shape;760;p1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1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2" name="Google Shape;762;p1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63" name="Google Shape;763;p1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1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5" name="Google Shape;765;p1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766" name="Google Shape;766;p1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1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769" name="Google Shape;769;p1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1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1" name="Google Shape;771;p18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772" name="Google Shape;772;p18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773" name="Google Shape;773;p1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5" name="Google Shape;775;p18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776" name="Google Shape;776;p1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1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18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779" name="Google Shape;779;p18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18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1" name="Google Shape;781;p18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782" name="Google Shape;782;p18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18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4" name="Google Shape;784;p18"/>
          <p:cNvSpPr/>
          <p:nvPr/>
        </p:nvSpPr>
        <p:spPr>
          <a:xfrm>
            <a:off x="15378768" y="4930826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9"/>
          <p:cNvSpPr txBox="1"/>
          <p:nvPr>
            <p:ph type="title"/>
          </p:nvPr>
        </p:nvSpPr>
        <p:spPr>
          <a:xfrm>
            <a:off x="742950" y="4058913"/>
            <a:ext cx="164046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87" name="Google Shape;787;p19"/>
          <p:cNvSpPr txBox="1"/>
          <p:nvPr>
            <p:ph idx="1" type="body"/>
          </p:nvPr>
        </p:nvSpPr>
        <p:spPr>
          <a:xfrm>
            <a:off x="5336650" y="5817575"/>
            <a:ext cx="7453200" cy="30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788" name="Google Shape;788;p19"/>
          <p:cNvSpPr txBox="1"/>
          <p:nvPr>
            <p:ph idx="2" type="body"/>
          </p:nvPr>
        </p:nvSpPr>
        <p:spPr>
          <a:xfrm>
            <a:off x="742950" y="5817580"/>
            <a:ext cx="4386600" cy="3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/>
        </p:txBody>
      </p:sp>
      <p:grpSp>
        <p:nvGrpSpPr>
          <p:cNvPr id="789" name="Google Shape;789;p19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790" name="Google Shape;790;p19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3" name="Google Shape;793;p19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794" name="Google Shape;794;p1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9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797" name="Google Shape;797;p19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9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9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800" name="Google Shape;800;p19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19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02" name="Google Shape;802;p19"/>
          <p:cNvSpPr/>
          <p:nvPr/>
        </p:nvSpPr>
        <p:spPr>
          <a:xfrm>
            <a:off x="14580281" y="4222181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03" name="Google Shape;803;p19"/>
          <p:cNvGrpSpPr/>
          <p:nvPr/>
        </p:nvGrpSpPr>
        <p:grpSpPr>
          <a:xfrm>
            <a:off x="12072976" y="8575885"/>
            <a:ext cx="5851052" cy="1310243"/>
            <a:chOff x="2" y="-564"/>
            <a:chExt cx="7801403" cy="1746991"/>
          </a:xfrm>
        </p:grpSpPr>
        <p:grpSp>
          <p:nvGrpSpPr>
            <p:cNvPr id="804" name="Google Shape;804;p1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05" name="Google Shape;805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7" name="Google Shape;807;p1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808" name="Google Shape;808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0" name="Google Shape;810;p1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811" name="Google Shape;811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3" name="Google Shape;813;p1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814" name="Google Shape;814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6" name="Google Shape;816;p1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817" name="Google Shape;817;p1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1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9" name="Google Shape;819;p1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820" name="Google Shape;820;p1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2" name="Google Shape;822;p1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823" name="Google Shape;823;p19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5" name="Google Shape;825;p1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26" name="Google Shape;826;p1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8" name="Google Shape;828;p1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29" name="Google Shape;829;p1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0"/>
          <p:cNvSpPr txBox="1"/>
          <p:nvPr>
            <p:ph type="title"/>
          </p:nvPr>
        </p:nvSpPr>
        <p:spPr>
          <a:xfrm>
            <a:off x="1002575" y="4737700"/>
            <a:ext cx="16871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833" name="Google Shape;833;p20"/>
          <p:cNvSpPr/>
          <p:nvPr>
            <p:ph idx="2" type="pic"/>
          </p:nvPr>
        </p:nvSpPr>
        <p:spPr>
          <a:xfrm>
            <a:off x="1125547" y="5629275"/>
            <a:ext cx="4245000" cy="3183900"/>
          </a:xfrm>
          <a:prstGeom prst="rect">
            <a:avLst/>
          </a:prstGeom>
          <a:noFill/>
          <a:ln>
            <a:noFill/>
          </a:ln>
        </p:spPr>
      </p:sp>
      <p:sp>
        <p:nvSpPr>
          <p:cNvPr id="834" name="Google Shape;834;p20"/>
          <p:cNvSpPr txBox="1"/>
          <p:nvPr>
            <p:ph idx="1" type="body"/>
          </p:nvPr>
        </p:nvSpPr>
        <p:spPr>
          <a:xfrm>
            <a:off x="6159513" y="60816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/>
        </p:txBody>
      </p:sp>
      <p:sp>
        <p:nvSpPr>
          <p:cNvPr id="835" name="Google Shape;835;p20"/>
          <p:cNvSpPr/>
          <p:nvPr/>
        </p:nvSpPr>
        <p:spPr>
          <a:xfrm>
            <a:off x="14398941" y="5079095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36" name="Google Shape;836;p20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837" name="Google Shape;837;p20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838" name="Google Shape;838;p2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2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0" name="Google Shape;840;p20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841" name="Google Shape;841;p2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2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3" name="Google Shape;843;p20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844" name="Google Shape;844;p20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20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6" name="Google Shape;846;p20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847" name="Google Shape;847;p20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20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9" name="Google Shape;849;p20"/>
          <p:cNvGrpSpPr/>
          <p:nvPr/>
        </p:nvGrpSpPr>
        <p:grpSpPr>
          <a:xfrm rot="10800000">
            <a:off x="8547898" y="480862"/>
            <a:ext cx="5851052" cy="1310243"/>
            <a:chOff x="2" y="-564"/>
            <a:chExt cx="7801403" cy="1746991"/>
          </a:xfrm>
        </p:grpSpPr>
        <p:grpSp>
          <p:nvGrpSpPr>
            <p:cNvPr id="850" name="Google Shape;850;p2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51" name="Google Shape;851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3" name="Google Shape;853;p2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854" name="Google Shape;854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6" name="Google Shape;856;p2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857" name="Google Shape;857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9" name="Google Shape;859;p2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860" name="Google Shape;860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2" name="Google Shape;862;p2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863" name="Google Shape;863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5" name="Google Shape;865;p2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866" name="Google Shape;866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8" name="Google Shape;868;p2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869" name="Google Shape;869;p2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2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1" name="Google Shape;871;p2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72" name="Google Shape;872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4" name="Google Shape;874;p2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75" name="Google Shape;875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7" name="Google Shape;877;p20"/>
          <p:cNvGrpSpPr/>
          <p:nvPr/>
        </p:nvGrpSpPr>
        <p:grpSpPr>
          <a:xfrm rot="10800000">
            <a:off x="12023215" y="8251029"/>
            <a:ext cx="5851052" cy="1310243"/>
            <a:chOff x="2" y="-564"/>
            <a:chExt cx="7801403" cy="1746991"/>
          </a:xfrm>
        </p:grpSpPr>
        <p:grpSp>
          <p:nvGrpSpPr>
            <p:cNvPr id="878" name="Google Shape;878;p2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79" name="Google Shape;879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1" name="Google Shape;881;p2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882" name="Google Shape;882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4" name="Google Shape;884;p2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885" name="Google Shape;885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7" name="Google Shape;887;p2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888" name="Google Shape;888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0" name="Google Shape;890;p2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891" name="Google Shape;891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3" name="Google Shape;893;p2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894" name="Google Shape;894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897" name="Google Shape;897;p2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2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9" name="Google Shape;899;p2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900" name="Google Shape;900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2" name="Google Shape;902;p2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903" name="Google Shape;903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9150" y="1893900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rgbClr val="393A3F"/>
              </a:buClr>
              <a:buSzPts val="12500"/>
              <a:buFont typeface="Anton"/>
              <a:buNone/>
              <a:defRPr i="0" sz="12500" u="none" cap="none" strike="noStrik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72100" y="5060950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indent="-3238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indent="-3238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»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1"/>
          <p:cNvSpPr txBox="1"/>
          <p:nvPr>
            <p:ph type="title"/>
          </p:nvPr>
        </p:nvSpPr>
        <p:spPr>
          <a:xfrm>
            <a:off x="719150" y="1893900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>
              <a:spcBef>
                <a:spcPts val="0"/>
              </a:spcBef>
              <a:spcAft>
                <a:spcPts val="0"/>
              </a:spcAft>
              <a:buClr>
                <a:srgbClr val="393A3F"/>
              </a:buClr>
              <a:buSzPts val="12500"/>
              <a:buFont typeface="Anton"/>
              <a:buNone/>
              <a:defRPr i="0" sz="12500" u="none" cap="none" strike="noStrik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57" name="Google Shape;457;p11"/>
          <p:cNvSpPr txBox="1"/>
          <p:nvPr>
            <p:ph idx="1" type="body"/>
          </p:nvPr>
        </p:nvSpPr>
        <p:spPr>
          <a:xfrm>
            <a:off x="5172100" y="5060950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indent="-3238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indent="-3238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indent="-3238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indent="-3238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»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indent="-3238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indent="-3238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indent="-3238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indent="-3238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document/d/1zIWlbs9cYU6ossIhJcyQp6Dh11RCv1CMPP4hG_bKmAg/edit?tab=t.0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9" name="Google Shape;909;p21"/>
          <p:cNvGrpSpPr/>
          <p:nvPr/>
        </p:nvGrpSpPr>
        <p:grpSpPr>
          <a:xfrm>
            <a:off x="2852354" y="5398262"/>
            <a:ext cx="12583290" cy="2038534"/>
            <a:chOff x="0" y="-47625"/>
            <a:chExt cx="1719710" cy="378600"/>
          </a:xfrm>
        </p:grpSpPr>
        <p:sp>
          <p:nvSpPr>
            <p:cNvPr id="910" name="Google Shape;910;p21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117100" lIns="117100" spcFirstLastPara="1" rIns="117100" wrap="square" tIns="11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1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075" lIns="65075" spcFirstLastPara="1" rIns="65075" wrap="square" tIns="65075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2" name="Google Shape;912;p21"/>
          <p:cNvGrpSpPr/>
          <p:nvPr/>
        </p:nvGrpSpPr>
        <p:grpSpPr>
          <a:xfrm>
            <a:off x="2329138" y="2734074"/>
            <a:ext cx="13629734" cy="4374269"/>
            <a:chOff x="0" y="-47625"/>
            <a:chExt cx="1719710" cy="378600"/>
          </a:xfrm>
        </p:grpSpPr>
        <p:sp>
          <p:nvSpPr>
            <p:cNvPr id="913" name="Google Shape;913;p21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117100" lIns="117100" spcFirstLastPara="1" rIns="117100" wrap="square" tIns="11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1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075" lIns="65075" spcFirstLastPara="1" rIns="65075" wrap="square" tIns="65075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5" name="Google Shape;915;p21"/>
          <p:cNvGrpSpPr/>
          <p:nvPr/>
        </p:nvGrpSpPr>
        <p:grpSpPr>
          <a:xfrm flipH="1" rot="10800000"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916" name="Google Shape;916;p21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917" name="Google Shape;917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2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9" name="Google Shape;919;p21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920" name="Google Shape;920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2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2" name="Google Shape;922;p21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923" name="Google Shape;923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2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5" name="Google Shape;925;p21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926" name="Google Shape;926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2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8" name="Google Shape;928;p21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929" name="Google Shape;929;p2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2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1" name="Google Shape;931;p21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932" name="Google Shape;932;p2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4" name="Google Shape;934;p21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935" name="Google Shape;935;p2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21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7" name="Google Shape;937;p21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938" name="Google Shape;938;p2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2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0" name="Google Shape;940;p21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941" name="Google Shape;941;p2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2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43" name="Google Shape;943;p21"/>
          <p:cNvSpPr txBox="1"/>
          <p:nvPr/>
        </p:nvSpPr>
        <p:spPr>
          <a:xfrm>
            <a:off x="2692662" y="3763130"/>
            <a:ext cx="12902700" cy="29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Python Bytes - Week 5 Functions + Modules</a:t>
            </a:r>
            <a:endParaRPr sz="9500"/>
          </a:p>
        </p:txBody>
      </p:sp>
      <p:pic>
        <p:nvPicPr>
          <p:cNvPr id="944" name="Google Shape;9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11200" y="55306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9" name="Google Shape;949;p22"/>
          <p:cNvGrpSpPr/>
          <p:nvPr/>
        </p:nvGrpSpPr>
        <p:grpSpPr>
          <a:xfrm>
            <a:off x="844802" y="3560624"/>
            <a:ext cx="2065565" cy="1437158"/>
            <a:chOff x="0" y="-47625"/>
            <a:chExt cx="544017" cy="378511"/>
          </a:xfrm>
        </p:grpSpPr>
        <p:sp>
          <p:nvSpPr>
            <p:cNvPr id="950" name="Google Shape;950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2" name="Google Shape;952;p22"/>
          <p:cNvGrpSpPr/>
          <p:nvPr/>
        </p:nvGrpSpPr>
        <p:grpSpPr>
          <a:xfrm>
            <a:off x="9582975" y="3560624"/>
            <a:ext cx="2065565" cy="1437158"/>
            <a:chOff x="0" y="-47625"/>
            <a:chExt cx="544017" cy="378511"/>
          </a:xfrm>
        </p:grpSpPr>
        <p:sp>
          <p:nvSpPr>
            <p:cNvPr id="953" name="Google Shape;953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5" name="Google Shape;955;p22"/>
          <p:cNvGrpSpPr/>
          <p:nvPr/>
        </p:nvGrpSpPr>
        <p:grpSpPr>
          <a:xfrm>
            <a:off x="756077" y="5512457"/>
            <a:ext cx="2065578" cy="1437168"/>
            <a:chOff x="0" y="-47625"/>
            <a:chExt cx="544017" cy="378511"/>
          </a:xfrm>
        </p:grpSpPr>
        <p:sp>
          <p:nvSpPr>
            <p:cNvPr id="956" name="Google Shape;956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8" name="Google Shape;958;p22"/>
          <p:cNvGrpSpPr/>
          <p:nvPr/>
        </p:nvGrpSpPr>
        <p:grpSpPr>
          <a:xfrm>
            <a:off x="954377" y="3384557"/>
            <a:ext cx="2065565" cy="1437158"/>
            <a:chOff x="0" y="-47625"/>
            <a:chExt cx="544017" cy="378511"/>
          </a:xfrm>
        </p:grpSpPr>
        <p:sp>
          <p:nvSpPr>
            <p:cNvPr id="959" name="Google Shape;959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1" name="Google Shape;961;p22"/>
          <p:cNvGrpSpPr/>
          <p:nvPr/>
        </p:nvGrpSpPr>
        <p:grpSpPr>
          <a:xfrm>
            <a:off x="9692551" y="3384557"/>
            <a:ext cx="2065565" cy="1437158"/>
            <a:chOff x="0" y="-47625"/>
            <a:chExt cx="544017" cy="378511"/>
          </a:xfrm>
        </p:grpSpPr>
        <p:sp>
          <p:nvSpPr>
            <p:cNvPr id="962" name="Google Shape;962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4" name="Google Shape;964;p22"/>
          <p:cNvGrpSpPr/>
          <p:nvPr/>
        </p:nvGrpSpPr>
        <p:grpSpPr>
          <a:xfrm>
            <a:off x="865652" y="5336390"/>
            <a:ext cx="2065578" cy="1437168"/>
            <a:chOff x="0" y="-47625"/>
            <a:chExt cx="544017" cy="378511"/>
          </a:xfrm>
        </p:grpSpPr>
        <p:sp>
          <p:nvSpPr>
            <p:cNvPr id="965" name="Google Shape;965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7" name="Google Shape;967;p22"/>
          <p:cNvGrpSpPr/>
          <p:nvPr/>
        </p:nvGrpSpPr>
        <p:grpSpPr>
          <a:xfrm>
            <a:off x="756077" y="7487966"/>
            <a:ext cx="2065578" cy="1437168"/>
            <a:chOff x="0" y="-47625"/>
            <a:chExt cx="544017" cy="378511"/>
          </a:xfrm>
        </p:grpSpPr>
        <p:sp>
          <p:nvSpPr>
            <p:cNvPr id="968" name="Google Shape;968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0" name="Google Shape;970;p22"/>
          <p:cNvGrpSpPr/>
          <p:nvPr/>
        </p:nvGrpSpPr>
        <p:grpSpPr>
          <a:xfrm>
            <a:off x="865652" y="7311898"/>
            <a:ext cx="2065578" cy="1437168"/>
            <a:chOff x="0" y="-47625"/>
            <a:chExt cx="544017" cy="378511"/>
          </a:xfrm>
        </p:grpSpPr>
        <p:sp>
          <p:nvSpPr>
            <p:cNvPr id="971" name="Google Shape;971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3" name="Google Shape;973;p22"/>
          <p:cNvGrpSpPr/>
          <p:nvPr/>
        </p:nvGrpSpPr>
        <p:grpSpPr>
          <a:xfrm>
            <a:off x="12246827" y="110435"/>
            <a:ext cx="5851054" cy="1309820"/>
            <a:chOff x="0" y="0"/>
            <a:chExt cx="7801405" cy="1746426"/>
          </a:xfrm>
        </p:grpSpPr>
        <p:grpSp>
          <p:nvGrpSpPr>
            <p:cNvPr id="974" name="Google Shape;974;p22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975" name="Google Shape;975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2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7" name="Google Shape;977;p22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978" name="Google Shape;978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2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0" name="Google Shape;980;p22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981" name="Google Shape;981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2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3" name="Google Shape;983;p22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984" name="Google Shape;984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2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6" name="Google Shape;986;p22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987" name="Google Shape;987;p2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22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9" name="Google Shape;989;p22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990" name="Google Shape;990;p2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2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2" name="Google Shape;992;p22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993" name="Google Shape;993;p22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2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5" name="Google Shape;995;p22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996" name="Google Shape;996;p2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2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8" name="Google Shape;998;p22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999" name="Google Shape;999;p2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2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01" name="Google Shape;1001;p22"/>
          <p:cNvSpPr txBox="1"/>
          <p:nvPr/>
        </p:nvSpPr>
        <p:spPr>
          <a:xfrm>
            <a:off x="3499464" y="3302732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 </a:t>
            </a:r>
            <a:endParaRPr sz="6000"/>
          </a:p>
        </p:txBody>
      </p:sp>
      <p:sp>
        <p:nvSpPr>
          <p:cNvPr id="1002" name="Google Shape;1002;p22"/>
          <p:cNvSpPr txBox="1"/>
          <p:nvPr/>
        </p:nvSpPr>
        <p:spPr>
          <a:xfrm>
            <a:off x="12347188" y="3367575"/>
            <a:ext cx="5604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Default + Keyword Arguments</a:t>
            </a:r>
            <a:endParaRPr sz="6000"/>
          </a:p>
        </p:txBody>
      </p:sp>
      <p:sp>
        <p:nvSpPr>
          <p:cNvPr id="1003" name="Google Shape;1003;p22"/>
          <p:cNvSpPr txBox="1"/>
          <p:nvPr/>
        </p:nvSpPr>
        <p:spPr>
          <a:xfrm>
            <a:off x="890224" y="907938"/>
            <a:ext cx="12446871" cy="1904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0" u="none" cap="none" strike="noStrik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TABLE OF CONTENTS</a:t>
            </a:r>
            <a:endParaRPr/>
          </a:p>
        </p:txBody>
      </p:sp>
      <p:sp>
        <p:nvSpPr>
          <p:cNvPr id="1004" name="Google Shape;1004;p22"/>
          <p:cNvSpPr txBox="1"/>
          <p:nvPr/>
        </p:nvSpPr>
        <p:spPr>
          <a:xfrm>
            <a:off x="1534081" y="3617752"/>
            <a:ext cx="14859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sp>
        <p:nvSpPr>
          <p:cNvPr id="1005" name="Google Shape;1005;p22"/>
          <p:cNvSpPr txBox="1"/>
          <p:nvPr/>
        </p:nvSpPr>
        <p:spPr>
          <a:xfrm>
            <a:off x="10272255" y="3617752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sp>
        <p:nvSpPr>
          <p:cNvPr id="1006" name="Google Shape;1006;p22"/>
          <p:cNvSpPr txBox="1"/>
          <p:nvPr/>
        </p:nvSpPr>
        <p:spPr>
          <a:xfrm>
            <a:off x="1445356" y="5538477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1007" name="Google Shape;1007;p22"/>
          <p:cNvSpPr txBox="1"/>
          <p:nvPr/>
        </p:nvSpPr>
        <p:spPr>
          <a:xfrm>
            <a:off x="3482500" y="7689250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Functions</a:t>
            </a:r>
            <a:endParaRPr sz="6000"/>
          </a:p>
        </p:txBody>
      </p:sp>
      <p:sp>
        <p:nvSpPr>
          <p:cNvPr id="1008" name="Google Shape;1008;p22"/>
          <p:cNvSpPr txBox="1"/>
          <p:nvPr/>
        </p:nvSpPr>
        <p:spPr>
          <a:xfrm>
            <a:off x="1445356" y="7545094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1009" name="Google Shape;1009;p22"/>
          <p:cNvSpPr txBox="1"/>
          <p:nvPr/>
        </p:nvSpPr>
        <p:spPr>
          <a:xfrm>
            <a:off x="3427701" y="5769325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HW Check + Recap</a:t>
            </a:r>
            <a:endParaRPr sz="6000"/>
          </a:p>
        </p:txBody>
      </p:sp>
      <p:sp>
        <p:nvSpPr>
          <p:cNvPr id="1010" name="Google Shape;1010;p22"/>
          <p:cNvSpPr txBox="1"/>
          <p:nvPr/>
        </p:nvSpPr>
        <p:spPr>
          <a:xfrm>
            <a:off x="10327031" y="5463415"/>
            <a:ext cx="148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2"/>
          <p:cNvSpPr txBox="1"/>
          <p:nvPr/>
        </p:nvSpPr>
        <p:spPr>
          <a:xfrm>
            <a:off x="12370351" y="5769338"/>
            <a:ext cx="5604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/>
          </a:p>
        </p:txBody>
      </p:sp>
      <p:sp>
        <p:nvSpPr>
          <p:cNvPr id="1012" name="Google Shape;1012;p22"/>
          <p:cNvSpPr txBox="1"/>
          <p:nvPr/>
        </p:nvSpPr>
        <p:spPr>
          <a:xfrm>
            <a:off x="10327031" y="764726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6</a:t>
            </a:r>
            <a:endParaRPr/>
          </a:p>
        </p:txBody>
      </p:sp>
      <p:sp>
        <p:nvSpPr>
          <p:cNvPr id="1013" name="Google Shape;1013;p22"/>
          <p:cNvSpPr txBox="1"/>
          <p:nvPr/>
        </p:nvSpPr>
        <p:spPr>
          <a:xfrm>
            <a:off x="12309376" y="7896275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3"/>
          <p:cNvSpPr/>
          <p:nvPr/>
        </p:nvSpPr>
        <p:spPr>
          <a:xfrm>
            <a:off x="1521375" y="6748725"/>
            <a:ext cx="34296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019" name="Google Shape;1019;p23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020" name="Google Shape;1020;p23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3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2" name="Google Shape;1022;p23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023" name="Google Shape;1023;p23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3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5" name="Google Shape;1025;p23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sp>
        <p:nvSpPr>
          <p:cNvPr id="1026" name="Google Shape;1026;p23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027" name="Google Shape;1027;p23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028" name="Google Shape;1028;p2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029" name="Google Shape;1029;p2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1" name="Google Shape;1031;p2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4" name="Google Shape;1034;p2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035" name="Google Shape;1035;p2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7" name="Google Shape;1037;p2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038" name="Google Shape;1038;p2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2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0" name="Google Shape;1040;p2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041" name="Google Shape;1041;p2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3" name="Google Shape;1043;p2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044" name="Google Shape;1044;p2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2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6" name="Google Shape;1046;p2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047" name="Google Shape;1047;p2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2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9" name="Google Shape;1049;p2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050" name="Google Shape;1050;p2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2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2" name="Google Shape;1052;p2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053" name="Google Shape;1053;p2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2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55" name="Google Shape;1055;p23"/>
          <p:cNvSpPr txBox="1"/>
          <p:nvPr/>
        </p:nvSpPr>
        <p:spPr>
          <a:xfrm>
            <a:off x="1136100" y="3044250"/>
            <a:ext cx="17032200" cy="18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 What will be the output?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056" name="Google Shape;1056;p23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057" name="Google Shape;1057;p23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058" name="Google Shape;1058;p23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23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0" name="Google Shape;1060;p23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061" name="Google Shape;1061;p23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23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63" name="Google Shape;1063;p23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064" name="Google Shape;1064;p23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‘1 2 3’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065" name="Google Shape;1065;p23"/>
          <p:cNvGrpSpPr/>
          <p:nvPr/>
        </p:nvGrpSpPr>
        <p:grpSpPr>
          <a:xfrm>
            <a:off x="1711049" y="6816810"/>
            <a:ext cx="11025725" cy="829665"/>
            <a:chOff x="1729374" y="7781235"/>
            <a:chExt cx="11025725" cy="829665"/>
          </a:xfrm>
        </p:grpSpPr>
        <p:grpSp>
          <p:nvGrpSpPr>
            <p:cNvPr id="1066" name="Google Shape;1066;p23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067" name="Google Shape;1067;p23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3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9" name="Google Shape;1069;p23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070" name="Google Shape;1070;p23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3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2" name="Google Shape;1072;p23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073" name="Google Shape;1073;p23"/>
            <p:cNvSpPr txBox="1"/>
            <p:nvPr/>
          </p:nvSpPr>
          <p:spPr>
            <a:xfrm>
              <a:off x="2983199" y="7873950"/>
              <a:ext cx="97719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‘0 1 2’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074" name="Google Shape;1074;p23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075" name="Google Shape;1075;p23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076" name="Google Shape;1076;p23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3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8" name="Google Shape;1078;p23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079" name="Google Shape;1079;p23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3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81" name="Google Shape;1081;p23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082" name="Google Shape;1082;p23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‘0 1 2 3’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083" name="Google Shape;1083;p23"/>
          <p:cNvGrpSpPr/>
          <p:nvPr/>
        </p:nvGrpSpPr>
        <p:grpSpPr>
          <a:xfrm>
            <a:off x="1695649" y="8491760"/>
            <a:ext cx="15486127" cy="829665"/>
            <a:chOff x="1729374" y="7781235"/>
            <a:chExt cx="15486127" cy="829665"/>
          </a:xfrm>
        </p:grpSpPr>
        <p:grpSp>
          <p:nvGrpSpPr>
            <p:cNvPr id="1084" name="Google Shape;1084;p23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085" name="Google Shape;1085;p23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3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7" name="Google Shape;1087;p23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088" name="Google Shape;1088;p23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3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0" name="Google Shape;1090;p23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091" name="Google Shape;1091;p23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‘1 2’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1092" name="Google Shape;10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0204" y="5793000"/>
            <a:ext cx="5500096" cy="14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24"/>
          <p:cNvSpPr/>
          <p:nvPr/>
        </p:nvSpPr>
        <p:spPr>
          <a:xfrm>
            <a:off x="1502025" y="8202425"/>
            <a:ext cx="30699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098" name="Google Shape;1098;p24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099" name="Google Shape;1099;p24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4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1" name="Google Shape;1101;p24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102" name="Google Shape;1102;p24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4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4" name="Google Shape;1104;p24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105" name="Google Shape;1105;p24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106" name="Google Shape;1106;p2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107" name="Google Shape;1107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9" name="Google Shape;1109;p2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110" name="Google Shape;1110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2" name="Google Shape;1112;p2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113" name="Google Shape;1113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5" name="Google Shape;1115;p2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116" name="Google Shape;1116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8" name="Google Shape;1118;p2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119" name="Google Shape;1119;p2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1" name="Google Shape;1121;p2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122" name="Google Shape;1122;p2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4" name="Google Shape;1124;p2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125" name="Google Shape;1125;p2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7" name="Google Shape;1127;p2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128" name="Google Shape;1128;p2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0" name="Google Shape;1130;p2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131" name="Google Shape;1131;p2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33" name="Google Shape;1133;p24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What will be the output?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134" name="Google Shape;1134;p24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135" name="Google Shape;1135;p24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136" name="Google Shape;1136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8" name="Google Shape;1138;p24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139" name="Google Shape;1139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41" name="Google Shape;1141;p24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142" name="Google Shape;1142;p24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4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143" name="Google Shape;1143;p24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144" name="Google Shape;1144;p24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145" name="Google Shape;1145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7" name="Google Shape;1147;p24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148" name="Google Shape;1148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0" name="Google Shape;1150;p24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151" name="Google Shape;1151;p24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0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152" name="Google Shape;1152;p24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153" name="Google Shape;1153;p24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154" name="Google Shape;1154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6" name="Google Shape;1156;p24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157" name="Google Shape;1157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9" name="Google Shape;1159;p24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160" name="Google Shape;1160;p24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2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161" name="Google Shape;1161;p24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162" name="Google Shape;1162;p24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163" name="Google Shape;1163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5" name="Google Shape;1165;p24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166" name="Google Shape;1166;p24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4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68" name="Google Shape;1168;p24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169" name="Google Shape;1169;p24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6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170" name="Google Shape;1170;p24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pic>
        <p:nvPicPr>
          <p:cNvPr id="1171" name="Google Shape;1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2700" y="4590075"/>
            <a:ext cx="5721425" cy="34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25"/>
          <p:cNvSpPr/>
          <p:nvPr/>
        </p:nvSpPr>
        <p:spPr>
          <a:xfrm>
            <a:off x="1578300" y="3921200"/>
            <a:ext cx="5279700" cy="10920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177" name="Google Shape;1177;p25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178" name="Google Shape;1178;p25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5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0" name="Google Shape;1180;p25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181" name="Google Shape;1181;p25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5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3" name="Google Shape;1183;p25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184" name="Google Shape;1184;p25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185" name="Google Shape;1185;p2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186" name="Google Shape;1186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8" name="Google Shape;1188;p2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189" name="Google Shape;1189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1" name="Google Shape;1191;p2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192" name="Google Shape;1192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4" name="Google Shape;1194;p2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195" name="Google Shape;1195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7" name="Google Shape;1197;p2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198" name="Google Shape;1198;p2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0" name="Google Shape;1200;p2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201" name="Google Shape;1201;p2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3" name="Google Shape;1203;p2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204" name="Google Shape;1204;p2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6" name="Google Shape;1206;p2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207" name="Google Shape;1207;p2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9" name="Google Shape;1209;p2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210" name="Google Shape;1210;p2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12" name="Google Shape;1212;p25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What will be the output?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213" name="Google Shape;1213;p25"/>
          <p:cNvGrpSpPr/>
          <p:nvPr/>
        </p:nvGrpSpPr>
        <p:grpSpPr>
          <a:xfrm>
            <a:off x="1729374" y="4023076"/>
            <a:ext cx="13997826" cy="829665"/>
            <a:chOff x="1729374" y="4023076"/>
            <a:chExt cx="13997826" cy="829665"/>
          </a:xfrm>
        </p:grpSpPr>
        <p:grpSp>
          <p:nvGrpSpPr>
            <p:cNvPr id="1214" name="Google Shape;1214;p25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215" name="Google Shape;1215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7" name="Google Shape;1217;p25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218" name="Google Shape;1218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20" name="Google Shape;1220;p25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221" name="Google Shape;1221;p25"/>
            <p:cNvSpPr txBox="1"/>
            <p:nvPr/>
          </p:nvSpPr>
          <p:spPr>
            <a:xfrm>
              <a:off x="2983200" y="4115800"/>
              <a:ext cx="12744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‘0 2 4 6 8 10’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222" name="Google Shape;1222;p25"/>
          <p:cNvGrpSpPr/>
          <p:nvPr/>
        </p:nvGrpSpPr>
        <p:grpSpPr>
          <a:xfrm>
            <a:off x="1711049" y="6969210"/>
            <a:ext cx="12906122" cy="829665"/>
            <a:chOff x="1729374" y="7781235"/>
            <a:chExt cx="12906122" cy="829665"/>
          </a:xfrm>
        </p:grpSpPr>
        <p:grpSp>
          <p:nvGrpSpPr>
            <p:cNvPr id="1223" name="Google Shape;1223;p25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224" name="Google Shape;1224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6" name="Google Shape;1226;p25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227" name="Google Shape;1227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29" name="Google Shape;1229;p25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230" name="Google Shape;1230;p25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‘2 4 6 8’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231" name="Google Shape;1231;p25"/>
          <p:cNvGrpSpPr/>
          <p:nvPr/>
        </p:nvGrpSpPr>
        <p:grpSpPr>
          <a:xfrm>
            <a:off x="1711049" y="5576401"/>
            <a:ext cx="15855127" cy="829665"/>
            <a:chOff x="1729374" y="4023076"/>
            <a:chExt cx="15855127" cy="829665"/>
          </a:xfrm>
        </p:grpSpPr>
        <p:grpSp>
          <p:nvGrpSpPr>
            <p:cNvPr id="1232" name="Google Shape;1232;p25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233" name="Google Shape;1233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5" name="Google Shape;1235;p25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236" name="Google Shape;1236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8" name="Google Shape;1238;p25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239" name="Google Shape;1239;p25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‘0 1 2 3 4 5 6 7 8 9 10 11’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240" name="Google Shape;1240;p25"/>
          <p:cNvGrpSpPr/>
          <p:nvPr/>
        </p:nvGrpSpPr>
        <p:grpSpPr>
          <a:xfrm>
            <a:off x="1695649" y="8644160"/>
            <a:ext cx="15486127" cy="829665"/>
            <a:chOff x="1729374" y="7781235"/>
            <a:chExt cx="15486127" cy="829665"/>
          </a:xfrm>
        </p:grpSpPr>
        <p:grpSp>
          <p:nvGrpSpPr>
            <p:cNvPr id="1241" name="Google Shape;1241;p25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242" name="Google Shape;1242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4" name="Google Shape;1244;p25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245" name="Google Shape;1245;p25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25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47" name="Google Shape;1247;p25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248" name="Google Shape;1248;p25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‘2’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249" name="Google Shape;1249;p25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pic>
        <p:nvPicPr>
          <p:cNvPr id="1250" name="Google Shape;12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4425" y="6145400"/>
            <a:ext cx="5959925" cy="20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26"/>
          <p:cNvSpPr/>
          <p:nvPr/>
        </p:nvSpPr>
        <p:spPr>
          <a:xfrm>
            <a:off x="1621650" y="5315325"/>
            <a:ext cx="32079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256" name="Google Shape;1256;p26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257" name="Google Shape;1257;p26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6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9" name="Google Shape;1259;p26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260" name="Google Shape;1260;p26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6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2" name="Google Shape;1262;p26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263" name="Google Shape;1263;p26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264" name="Google Shape;1264;p2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265" name="Google Shape;1265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7" name="Google Shape;1267;p2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268" name="Google Shape;1268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0" name="Google Shape;1270;p2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271" name="Google Shape;1271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3" name="Google Shape;1273;p2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274" name="Google Shape;1274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6" name="Google Shape;1276;p2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277" name="Google Shape;1277;p2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2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9" name="Google Shape;1279;p2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280" name="Google Shape;1280;p2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2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2" name="Google Shape;1282;p2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283" name="Google Shape;1283;p2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2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5" name="Google Shape;1285;p2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286" name="Google Shape;1286;p2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2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8" name="Google Shape;1288;p2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289" name="Google Shape;1289;p2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2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91" name="Google Shape;1291;p26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What numbers will be outputted?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292" name="Google Shape;1292;p26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293" name="Google Shape;1293;p26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294" name="Google Shape;1294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6" name="Google Shape;1296;p26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297" name="Google Shape;1297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99" name="Google Shape;1299;p26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300" name="Google Shape;1300;p26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3, 12, 39, 120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301" name="Google Shape;1301;p26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302" name="Google Shape;1302;p26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303" name="Google Shape;1303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5" name="Google Shape;1305;p26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306" name="Google Shape;1306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8" name="Google Shape;1308;p26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309" name="Google Shape;1309;p26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0, 3, 12, 39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310" name="Google Shape;1310;p26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311" name="Google Shape;1311;p26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312" name="Google Shape;1312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4" name="Google Shape;1314;p26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315" name="Google Shape;1315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7" name="Google Shape;1317;p26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318" name="Google Shape;1318;p26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3, 39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319" name="Google Shape;1319;p26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320" name="Google Shape;1320;p26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321" name="Google Shape;1321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3" name="Google Shape;1323;p26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324" name="Google Shape;1324;p26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26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6" name="Google Shape;1326;p26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327" name="Google Shape;1327;p26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0, 3, 39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328" name="Google Shape;1328;p26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pic>
        <p:nvPicPr>
          <p:cNvPr id="1329" name="Google Shape;13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2800" y="4130200"/>
            <a:ext cx="4491575" cy="422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27"/>
          <p:cNvSpPr/>
          <p:nvPr/>
        </p:nvSpPr>
        <p:spPr>
          <a:xfrm>
            <a:off x="1576800" y="3952163"/>
            <a:ext cx="33558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335" name="Google Shape;1335;p27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336" name="Google Shape;1336;p27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339" name="Google Shape;1339;p27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1" name="Google Shape;1341;p27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342" name="Google Shape;1342;p27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343" name="Google Shape;1343;p2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344" name="Google Shape;1344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2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6" name="Google Shape;1346;p2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347" name="Google Shape;1347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2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9" name="Google Shape;1349;p2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350" name="Google Shape;1350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2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2" name="Google Shape;1352;p2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353" name="Google Shape;1353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2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5" name="Google Shape;1355;p2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356" name="Google Shape;1356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2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8" name="Google Shape;1358;p2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359" name="Google Shape;1359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2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1" name="Google Shape;1361;p2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362" name="Google Shape;1362;p27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2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4" name="Google Shape;1364;p2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365" name="Google Shape;1365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2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7" name="Google Shape;1367;p2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368" name="Google Shape;1368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2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70" name="Google Shape;1370;p27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What will be the output? \n = line break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371" name="Google Shape;1371;p27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372" name="Google Shape;1372;p27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373" name="Google Shape;1373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5" name="Google Shape;1375;p27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376" name="Google Shape;1376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78" name="Google Shape;1378;p27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379" name="Google Shape;1379;p27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HH\nii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380" name="Google Shape;1380;p27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381" name="Google Shape;1381;p27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382" name="Google Shape;1382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4" name="Google Shape;1384;p27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385" name="Google Shape;1385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87" name="Google Shape;1387;p27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388" name="Google Shape;1388;p27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Syntax Error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390" name="Google Shape;1390;p27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391" name="Google Shape;1391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3" name="Google Shape;1393;p27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394" name="Google Shape;1394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6" name="Google Shape;1396;p27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397" name="Google Shape;1397;p27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HiHi\nHiHi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398" name="Google Shape;1398;p27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399" name="Google Shape;1399;p27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400" name="Google Shape;1400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2" name="Google Shape;1402;p27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403" name="Google Shape;1403;p27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7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05" name="Google Shape;1405;p27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406" name="Google Shape;1406;p27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HiHi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407" name="Google Shape;1407;p27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pic>
        <p:nvPicPr>
          <p:cNvPr id="1408" name="Google Shape;140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9775" y="4683875"/>
            <a:ext cx="6527950" cy="18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28"/>
          <p:cNvSpPr/>
          <p:nvPr/>
        </p:nvSpPr>
        <p:spPr>
          <a:xfrm>
            <a:off x="1502025" y="8202425"/>
            <a:ext cx="42993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414" name="Google Shape;1414;p28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415" name="Google Shape;1415;p28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8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7" name="Google Shape;1417;p28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418" name="Google Shape;1418;p28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8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0" name="Google Shape;1420;p28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421" name="Google Shape;1421;p28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422" name="Google Shape;1422;p2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23" name="Google Shape;1423;p2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5" name="Google Shape;1425;p2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426" name="Google Shape;1426;p2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8" name="Google Shape;1428;p2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429" name="Google Shape;1429;p2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1" name="Google Shape;1431;p2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432" name="Google Shape;1432;p2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2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4" name="Google Shape;1434;p2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435" name="Google Shape;1435;p2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7" name="Google Shape;1437;p2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438" name="Google Shape;1438;p2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2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0" name="Google Shape;1440;p2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441" name="Google Shape;1441;p2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3" name="Google Shape;1443;p2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444" name="Google Shape;1444;p2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6" name="Google Shape;1446;p2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447" name="Google Shape;1447;p2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49" name="Google Shape;1449;p28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What order of letters will be outputted?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450" name="Google Shape;1450;p28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451" name="Google Shape;1451;p28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452" name="Google Shape;1452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4" name="Google Shape;1454;p28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455" name="Google Shape;1455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57" name="Google Shape;1457;p28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458" name="Google Shape;1458;p28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[‘a’, ‘b’], [‘b’, ‘a’]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459" name="Google Shape;1459;p28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460" name="Google Shape;1460;p28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461" name="Google Shape;1461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3" name="Google Shape;1463;p28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464" name="Google Shape;1464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66" name="Google Shape;1466;p28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467" name="Google Shape;1467;p28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a, a, b, b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468" name="Google Shape;1468;p28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469" name="Google Shape;1469;p28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470" name="Google Shape;1470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2" name="Google Shape;1472;p28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473" name="Google Shape;1473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5" name="Google Shape;1475;p28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476" name="Google Shape;1476;p28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a, b, a, b, b, a, b, a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477" name="Google Shape;1477;p28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478" name="Google Shape;1478;p28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479" name="Google Shape;1479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1" name="Google Shape;1481;p28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482" name="Google Shape;1482;p28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28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4" name="Google Shape;1484;p28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485" name="Google Shape;1485;p28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a, b, b, a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486" name="Google Shape;1486;p28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pic>
        <p:nvPicPr>
          <p:cNvPr id="1487" name="Google Shape;14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850" y="4874896"/>
            <a:ext cx="7856657" cy="229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29"/>
          <p:cNvSpPr/>
          <p:nvPr/>
        </p:nvSpPr>
        <p:spPr>
          <a:xfrm>
            <a:off x="1502025" y="8202425"/>
            <a:ext cx="23223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493" name="Google Shape;1493;p29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494" name="Google Shape;1494;p29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9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6" name="Google Shape;1496;p29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497" name="Google Shape;1497;p29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9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9" name="Google Shape;1499;p29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500" name="Google Shape;1500;p29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501" name="Google Shape;1501;p2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502" name="Google Shape;1502;p2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2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4" name="Google Shape;1504;p2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505" name="Google Shape;1505;p2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2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7" name="Google Shape;1507;p2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508" name="Google Shape;1508;p2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2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0" name="Google Shape;1510;p2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511" name="Google Shape;1511;p2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2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3" name="Google Shape;1513;p2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514" name="Google Shape;1514;p2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2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6" name="Google Shape;1516;p2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517" name="Google Shape;1517;p2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2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9" name="Google Shape;1519;p2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520" name="Google Shape;1520;p29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2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2" name="Google Shape;1522;p2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523" name="Google Shape;1523;p2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2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5" name="Google Shape;1525;p2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526" name="Google Shape;1526;p2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2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28" name="Google Shape;1528;p29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What will be the output? Let , mean new line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529" name="Google Shape;1529;p29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530" name="Google Shape;1530;p29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531" name="Google Shape;1531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3" name="Google Shape;1533;p29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534" name="Google Shape;1534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6" name="Google Shape;1536;p29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537" name="Google Shape;1537;p29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3, 4, 4, 5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538" name="Google Shape;1538;p29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539" name="Google Shape;1539;p29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540" name="Google Shape;1540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2" name="Google Shape;1542;p29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543" name="Google Shape;1543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45" name="Google Shape;1545;p29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546" name="Google Shape;1546;p29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8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547" name="Google Shape;1547;p29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548" name="Google Shape;1548;p29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549" name="Google Shape;1549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1" name="Google Shape;1551;p29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552" name="Google Shape;1552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4" name="Google Shape;1554;p29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555" name="Google Shape;1555;p29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1, 2, 2, 3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556" name="Google Shape;1556;p29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557" name="Google Shape;1557;p29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558" name="Google Shape;1558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0" name="Google Shape;1560;p29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561" name="Google Shape;1561;p29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29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63" name="Google Shape;1563;p29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564" name="Google Shape;1564;p29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565" name="Google Shape;1565;p29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pic>
        <p:nvPicPr>
          <p:cNvPr id="1566" name="Google Shape;15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1775" y="4756913"/>
            <a:ext cx="6345983" cy="201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30"/>
          <p:cNvSpPr/>
          <p:nvPr/>
        </p:nvSpPr>
        <p:spPr>
          <a:xfrm>
            <a:off x="1531925" y="6564275"/>
            <a:ext cx="3970500" cy="15867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572" name="Google Shape;1572;p30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573" name="Google Shape;1573;p30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0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5" name="Google Shape;1575;p30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576" name="Google Shape;1576;p30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0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8" name="Google Shape;1578;p30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579" name="Google Shape;1579;p30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580" name="Google Shape;1580;p3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581" name="Google Shape;1581;p3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3" name="Google Shape;1583;p3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584" name="Google Shape;1584;p3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3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6" name="Google Shape;1586;p3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587" name="Google Shape;1587;p3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3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9" name="Google Shape;1589;p3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590" name="Google Shape;1590;p3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2" name="Google Shape;1592;p3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593" name="Google Shape;1593;p3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3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5" name="Google Shape;1595;p3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596" name="Google Shape;1596;p3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8" name="Google Shape;1598;p3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599" name="Google Shape;1599;p3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01" name="Google Shape;1601;p3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602" name="Google Shape;1602;p3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04" name="Google Shape;1604;p3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605" name="Google Shape;1605;p3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3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07" name="Google Shape;1607;p30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What will be the output? </a:t>
            </a:r>
            <a:r>
              <a:rPr b="1" lang="en-US" sz="4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\n stands for line break</a:t>
            </a:r>
            <a:endParaRPr b="1" sz="4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608" name="Google Shape;1608;p30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609" name="Google Shape;1609;p30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610" name="Google Shape;1610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2" name="Google Shape;1612;p30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613" name="Google Shape;1613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5" name="Google Shape;1615;p30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616" name="Google Shape;1616;p30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617" name="Google Shape;1617;p30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618" name="Google Shape;1618;p30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619" name="Google Shape;1619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1" name="Google Shape;1621;p30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622" name="Google Shape;1622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4" name="Google Shape;1624;p30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625" name="Google Shape;1625;p30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626" name="Google Shape;1626;p30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627" name="Google Shape;1627;p30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628" name="Google Shape;1628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0" name="Google Shape;1630;p30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631" name="Google Shape;1631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3" name="Google Shape;1633;p30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634" name="Google Shape;1634;p30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635" name="Google Shape;1635;p30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636" name="Google Shape;1636;p30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637" name="Google Shape;1637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9" name="Google Shape;1639;p30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640" name="Google Shape;1640;p30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0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42" name="Google Shape;1642;p30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643" name="Google Shape;1643;p30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644" name="Google Shape;1644;p30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pic>
        <p:nvPicPr>
          <p:cNvPr id="1645" name="Google Shape;16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3775" y="5013650"/>
            <a:ext cx="7702400" cy="20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6850" y="6742022"/>
            <a:ext cx="2257656" cy="13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6850" y="8285800"/>
            <a:ext cx="3020225" cy="121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8" name="Google Shape;164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6850" y="5347800"/>
            <a:ext cx="2266691" cy="10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67025" y="3958525"/>
            <a:ext cx="1652318" cy="12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31"/>
          <p:cNvSpPr/>
          <p:nvPr/>
        </p:nvSpPr>
        <p:spPr>
          <a:xfrm>
            <a:off x="1561850" y="5315325"/>
            <a:ext cx="6796500" cy="1038900"/>
          </a:xfrm>
          <a:prstGeom prst="roundRect">
            <a:avLst>
              <a:gd fmla="val 16667" name="adj"/>
            </a:avLst>
          </a:prstGeom>
          <a:solidFill>
            <a:srgbClr val="FF4F63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655" name="Google Shape;1655;p31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656" name="Google Shape;1656;p31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1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8" name="Google Shape;1658;p31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659" name="Google Shape;1659;p31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1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1" name="Google Shape;1661;p31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1662" name="Google Shape;1662;p31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1663" name="Google Shape;1663;p31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664" name="Google Shape;1664;p3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6" name="Google Shape;1666;p31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667" name="Google Shape;1667;p3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3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9" name="Google Shape;1669;p31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670" name="Google Shape;1670;p3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2" name="Google Shape;1672;p31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673" name="Google Shape;1673;p3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5" name="Google Shape;1675;p31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676" name="Google Shape;1676;p3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3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8" name="Google Shape;1678;p31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679" name="Google Shape;1679;p3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3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1" name="Google Shape;1681;p31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682" name="Google Shape;1682;p3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31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4" name="Google Shape;1684;p31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685" name="Google Shape;1685;p3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3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7" name="Google Shape;1687;p31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688" name="Google Shape;1688;p3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3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90" name="Google Shape;1690;p31"/>
          <p:cNvSpPr txBox="1"/>
          <p:nvPr/>
        </p:nvSpPr>
        <p:spPr>
          <a:xfrm>
            <a:off x="1136100" y="3044250"/>
            <a:ext cx="1703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What will be the output?</a:t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691" name="Google Shape;1691;p31"/>
          <p:cNvGrpSpPr/>
          <p:nvPr/>
        </p:nvGrpSpPr>
        <p:grpSpPr>
          <a:xfrm>
            <a:off x="1729374" y="4023076"/>
            <a:ext cx="12210123" cy="829665"/>
            <a:chOff x="1729374" y="4023076"/>
            <a:chExt cx="12210123" cy="829665"/>
          </a:xfrm>
        </p:grpSpPr>
        <p:grpSp>
          <p:nvGrpSpPr>
            <p:cNvPr id="1692" name="Google Shape;1692;p31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693" name="Google Shape;1693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5" name="Google Shape;1695;p31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696" name="Google Shape;1696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98" name="Google Shape;1698;p31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A.</a:t>
              </a:r>
              <a:endParaRPr sz="4500"/>
            </a:p>
          </p:txBody>
        </p:sp>
        <p:sp>
          <p:nvSpPr>
            <p:cNvPr id="1699" name="Google Shape;1699;p31"/>
            <p:cNvSpPr txBox="1"/>
            <p:nvPr/>
          </p:nvSpPr>
          <p:spPr>
            <a:xfrm>
              <a:off x="2983197" y="4115800"/>
              <a:ext cx="10956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[0, 0, 0, 0, 0, 0, 0]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700" name="Google Shape;1700;p31"/>
          <p:cNvGrpSpPr/>
          <p:nvPr/>
        </p:nvGrpSpPr>
        <p:grpSpPr>
          <a:xfrm>
            <a:off x="1711049" y="6816810"/>
            <a:ext cx="12906122" cy="829665"/>
            <a:chOff x="1729374" y="7781235"/>
            <a:chExt cx="12906122" cy="829665"/>
          </a:xfrm>
        </p:grpSpPr>
        <p:grpSp>
          <p:nvGrpSpPr>
            <p:cNvPr id="1701" name="Google Shape;1701;p31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702" name="Google Shape;1702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4" name="Google Shape;1704;p31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705" name="Google Shape;1705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7" name="Google Shape;1707;p31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C.</a:t>
              </a:r>
              <a:endParaRPr sz="4500"/>
            </a:p>
          </p:txBody>
        </p:sp>
        <p:sp>
          <p:nvSpPr>
            <p:cNvPr id="1708" name="Google Shape;1708;p31"/>
            <p:cNvSpPr txBox="1"/>
            <p:nvPr/>
          </p:nvSpPr>
          <p:spPr>
            <a:xfrm>
              <a:off x="2983196" y="7873950"/>
              <a:ext cx="1165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[1, 1, -4, 0, 4, -1, -1]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709" name="Google Shape;1709;p31"/>
          <p:cNvGrpSpPr/>
          <p:nvPr/>
        </p:nvGrpSpPr>
        <p:grpSpPr>
          <a:xfrm>
            <a:off x="1711049" y="5347801"/>
            <a:ext cx="15855127" cy="829665"/>
            <a:chOff x="1729374" y="4023076"/>
            <a:chExt cx="15855127" cy="829665"/>
          </a:xfrm>
        </p:grpSpPr>
        <p:grpSp>
          <p:nvGrpSpPr>
            <p:cNvPr id="1710" name="Google Shape;1710;p31"/>
            <p:cNvGrpSpPr/>
            <p:nvPr/>
          </p:nvGrpSpPr>
          <p:grpSpPr>
            <a:xfrm>
              <a:off x="1729374" y="4113601"/>
              <a:ext cx="942781" cy="739141"/>
              <a:chOff x="0" y="-47625"/>
              <a:chExt cx="544017" cy="378600"/>
            </a:xfrm>
          </p:grpSpPr>
          <p:sp>
            <p:nvSpPr>
              <p:cNvPr id="1711" name="Google Shape;1711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3" name="Google Shape;1713;p31"/>
            <p:cNvGrpSpPr/>
            <p:nvPr/>
          </p:nvGrpSpPr>
          <p:grpSpPr>
            <a:xfrm>
              <a:off x="1793336" y="4023076"/>
              <a:ext cx="942781" cy="739141"/>
              <a:chOff x="0" y="-47625"/>
              <a:chExt cx="544017" cy="378600"/>
            </a:xfrm>
          </p:grpSpPr>
          <p:sp>
            <p:nvSpPr>
              <p:cNvPr id="1714" name="Google Shape;1714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6" name="Google Shape;1716;p31"/>
            <p:cNvSpPr txBox="1"/>
            <p:nvPr/>
          </p:nvSpPr>
          <p:spPr>
            <a:xfrm>
              <a:off x="2043978" y="414297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B.</a:t>
              </a:r>
              <a:endParaRPr sz="4500"/>
            </a:p>
          </p:txBody>
        </p:sp>
        <p:sp>
          <p:nvSpPr>
            <p:cNvPr id="1717" name="Google Shape;1717;p31"/>
            <p:cNvSpPr txBox="1"/>
            <p:nvPr/>
          </p:nvSpPr>
          <p:spPr>
            <a:xfrm>
              <a:off x="2983201" y="4159925"/>
              <a:ext cx="1460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[1, 1, 4, 0, 4, 1, 1]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718" name="Google Shape;1718;p31"/>
          <p:cNvGrpSpPr/>
          <p:nvPr/>
        </p:nvGrpSpPr>
        <p:grpSpPr>
          <a:xfrm>
            <a:off x="1695649" y="8263160"/>
            <a:ext cx="15486127" cy="829665"/>
            <a:chOff x="1729374" y="7781235"/>
            <a:chExt cx="15486127" cy="829665"/>
          </a:xfrm>
        </p:grpSpPr>
        <p:grpSp>
          <p:nvGrpSpPr>
            <p:cNvPr id="1719" name="Google Shape;1719;p31"/>
            <p:cNvGrpSpPr/>
            <p:nvPr/>
          </p:nvGrpSpPr>
          <p:grpSpPr>
            <a:xfrm>
              <a:off x="1729374" y="7871760"/>
              <a:ext cx="942781" cy="739141"/>
              <a:chOff x="0" y="-47625"/>
              <a:chExt cx="544017" cy="378600"/>
            </a:xfrm>
          </p:grpSpPr>
          <p:sp>
            <p:nvSpPr>
              <p:cNvPr id="1720" name="Google Shape;1720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2" name="Google Shape;1722;p31"/>
            <p:cNvGrpSpPr/>
            <p:nvPr/>
          </p:nvGrpSpPr>
          <p:grpSpPr>
            <a:xfrm>
              <a:off x="1793336" y="7781235"/>
              <a:ext cx="942781" cy="739141"/>
              <a:chOff x="0" y="-47625"/>
              <a:chExt cx="544017" cy="378600"/>
            </a:xfrm>
          </p:grpSpPr>
          <p:sp>
            <p:nvSpPr>
              <p:cNvPr id="1723" name="Google Shape;1723;p31"/>
              <p:cNvSpPr/>
              <p:nvPr/>
            </p:nvSpPr>
            <p:spPr>
              <a:xfrm>
                <a:off x="0" y="0"/>
                <a:ext cx="544017" cy="330886"/>
              </a:xfrm>
              <a:custGeom>
                <a:rect b="b" l="l" r="r" t="t"/>
                <a:pathLst>
                  <a:path extrusionOk="0" h="330886" w="544017">
                    <a:moveTo>
                      <a:pt x="119939" y="0"/>
                    </a:moveTo>
                    <a:lnTo>
                      <a:pt x="424078" y="0"/>
                    </a:lnTo>
                    <a:cubicBezTo>
                      <a:pt x="455888" y="0"/>
                      <a:pt x="486395" y="12636"/>
                      <a:pt x="508888" y="35129"/>
                    </a:cubicBezTo>
                    <a:cubicBezTo>
                      <a:pt x="531381" y="57622"/>
                      <a:pt x="544017" y="88129"/>
                      <a:pt x="544017" y="119939"/>
                    </a:cubicBezTo>
                    <a:lnTo>
                      <a:pt x="544017" y="210947"/>
                    </a:lnTo>
                    <a:cubicBezTo>
                      <a:pt x="544017" y="242757"/>
                      <a:pt x="531381" y="273264"/>
                      <a:pt x="508888" y="295756"/>
                    </a:cubicBezTo>
                    <a:cubicBezTo>
                      <a:pt x="486395" y="318249"/>
                      <a:pt x="455888" y="330886"/>
                      <a:pt x="424078" y="330886"/>
                    </a:cubicBezTo>
                    <a:lnTo>
                      <a:pt x="119939" y="330886"/>
                    </a:lnTo>
                    <a:cubicBezTo>
                      <a:pt x="88129" y="330886"/>
                      <a:pt x="57622" y="318249"/>
                      <a:pt x="35129" y="295756"/>
                    </a:cubicBezTo>
                    <a:cubicBezTo>
                      <a:pt x="12636" y="273264"/>
                      <a:pt x="0" y="242757"/>
                      <a:pt x="0" y="210947"/>
                    </a:cubicBezTo>
                    <a:lnTo>
                      <a:pt x="0" y="119939"/>
                    </a:lnTo>
                    <a:cubicBezTo>
                      <a:pt x="0" y="88129"/>
                      <a:pt x="12636" y="57622"/>
                      <a:pt x="35129" y="35129"/>
                    </a:cubicBezTo>
                    <a:cubicBezTo>
                      <a:pt x="57622" y="12636"/>
                      <a:pt x="88129" y="0"/>
                      <a:pt x="119939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31"/>
              <p:cNvSpPr txBox="1"/>
              <p:nvPr/>
            </p:nvSpPr>
            <p:spPr>
              <a:xfrm>
                <a:off x="0" y="-47625"/>
                <a:ext cx="5439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5" name="Google Shape;1725;p31"/>
            <p:cNvSpPr txBox="1"/>
            <p:nvPr/>
          </p:nvSpPr>
          <p:spPr>
            <a:xfrm>
              <a:off x="2043978" y="7901133"/>
              <a:ext cx="6783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D.</a:t>
              </a:r>
              <a:endParaRPr sz="4500"/>
            </a:p>
          </p:txBody>
        </p:sp>
        <p:sp>
          <p:nvSpPr>
            <p:cNvPr id="1726" name="Google Shape;1726;p31"/>
            <p:cNvSpPr txBox="1"/>
            <p:nvPr/>
          </p:nvSpPr>
          <p:spPr>
            <a:xfrm>
              <a:off x="2983201" y="7873950"/>
              <a:ext cx="14232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[5, 5, 5, 5, 5, 5, 5]</a:t>
              </a:r>
              <a:endParaRPr sz="4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727" name="Google Shape;1727;p31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Quick Refresher</a:t>
            </a:r>
            <a:endParaRPr sz="10000"/>
          </a:p>
        </p:txBody>
      </p:sp>
      <p:pic>
        <p:nvPicPr>
          <p:cNvPr id="1728" name="Google Shape;17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9501" y="4023075"/>
            <a:ext cx="8708800" cy="3886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3" name="Google Shape;1733;p32"/>
          <p:cNvGrpSpPr/>
          <p:nvPr/>
        </p:nvGrpSpPr>
        <p:grpSpPr>
          <a:xfrm>
            <a:off x="4231638" y="5387749"/>
            <a:ext cx="9824703" cy="1591634"/>
            <a:chOff x="0" y="-47625"/>
            <a:chExt cx="1719710" cy="378600"/>
          </a:xfrm>
        </p:grpSpPr>
        <p:sp>
          <p:nvSpPr>
            <p:cNvPr id="1734" name="Google Shape;1734;p32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2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6" name="Google Shape;1736;p32"/>
          <p:cNvGrpSpPr/>
          <p:nvPr/>
        </p:nvGrpSpPr>
        <p:grpSpPr>
          <a:xfrm>
            <a:off x="3823125" y="3307623"/>
            <a:ext cx="10641737" cy="3415313"/>
            <a:chOff x="0" y="-47625"/>
            <a:chExt cx="1719710" cy="378600"/>
          </a:xfrm>
        </p:grpSpPr>
        <p:sp>
          <p:nvSpPr>
            <p:cNvPr id="1737" name="Google Shape;1737;p32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2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9" name="Google Shape;1739;p32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1740" name="Google Shape;1740;p32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741" name="Google Shape;1741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3" name="Google Shape;1743;p32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744" name="Google Shape;1744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6" name="Google Shape;1746;p32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747" name="Google Shape;1747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9" name="Google Shape;1749;p32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750" name="Google Shape;1750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2" name="Google Shape;1752;p32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753" name="Google Shape;1753;p3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3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5" name="Google Shape;1755;p32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756" name="Google Shape;1756;p3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3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8" name="Google Shape;1758;p32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759" name="Google Shape;1759;p32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32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1" name="Google Shape;1761;p32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762" name="Google Shape;1762;p3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3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4" name="Google Shape;1764;p32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1765" name="Google Shape;1765;p3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3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67" name="Google Shape;1767;p32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1768" name="Google Shape;1768;p32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769" name="Google Shape;1769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1" name="Google Shape;1771;p32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772" name="Google Shape;1772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4" name="Google Shape;1774;p32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775" name="Google Shape;1775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7" name="Google Shape;1777;p32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778" name="Google Shape;1778;p3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3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0" name="Google Shape;1780;p32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781" name="Google Shape;1781;p3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3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3" name="Google Shape;1783;p32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784" name="Google Shape;1784;p3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3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6" name="Google Shape;1786;p32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787" name="Google Shape;1787;p32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32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9" name="Google Shape;1789;p32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790" name="Google Shape;1790;p3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3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2" name="Google Shape;1792;p32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793" name="Google Shape;1793;p3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3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95" name="Google Shape;1795;p32"/>
          <p:cNvSpPr txBox="1"/>
          <p:nvPr/>
        </p:nvSpPr>
        <p:spPr>
          <a:xfrm>
            <a:off x="4597625" y="4320325"/>
            <a:ext cx="9092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HW Check</a:t>
            </a:r>
            <a:endParaRPr sz="1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0" name="Google Shape;1800;p33"/>
          <p:cNvGrpSpPr/>
          <p:nvPr/>
        </p:nvGrpSpPr>
        <p:grpSpPr>
          <a:xfrm>
            <a:off x="4231638" y="5387749"/>
            <a:ext cx="9824703" cy="1591634"/>
            <a:chOff x="0" y="-47625"/>
            <a:chExt cx="1719710" cy="378600"/>
          </a:xfrm>
        </p:grpSpPr>
        <p:sp>
          <p:nvSpPr>
            <p:cNvPr id="1801" name="Google Shape;1801;p33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3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3" name="Google Shape;1803;p33"/>
          <p:cNvGrpSpPr/>
          <p:nvPr/>
        </p:nvGrpSpPr>
        <p:grpSpPr>
          <a:xfrm>
            <a:off x="3823125" y="3307623"/>
            <a:ext cx="10641737" cy="3415313"/>
            <a:chOff x="0" y="-47625"/>
            <a:chExt cx="1719710" cy="378600"/>
          </a:xfrm>
        </p:grpSpPr>
        <p:sp>
          <p:nvSpPr>
            <p:cNvPr id="1804" name="Google Shape;1804;p33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3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6" name="Google Shape;1806;p33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1807" name="Google Shape;1807;p33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808" name="Google Shape;1808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0" name="Google Shape;1810;p33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811" name="Google Shape;1811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3" name="Google Shape;1813;p33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814" name="Google Shape;1814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6" name="Google Shape;1816;p33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817" name="Google Shape;1817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9" name="Google Shape;1819;p33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820" name="Google Shape;1820;p3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3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2" name="Google Shape;1822;p33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823" name="Google Shape;1823;p3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3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5" name="Google Shape;1825;p33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826" name="Google Shape;1826;p3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3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8" name="Google Shape;1828;p33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829" name="Google Shape;1829;p3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3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1" name="Google Shape;1831;p33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1832" name="Google Shape;1832;p3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3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34" name="Google Shape;1834;p33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1835" name="Google Shape;1835;p3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836" name="Google Shape;1836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8" name="Google Shape;1838;p3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839" name="Google Shape;1839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1" name="Google Shape;1841;p3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842" name="Google Shape;1842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4" name="Google Shape;1844;p3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845" name="Google Shape;1845;p3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3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7" name="Google Shape;1847;p3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848" name="Google Shape;1848;p3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3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0" name="Google Shape;1850;p3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851" name="Google Shape;1851;p3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3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3" name="Google Shape;1853;p3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854" name="Google Shape;1854;p3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3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6" name="Google Shape;1856;p3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857" name="Google Shape;1857;p3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3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9" name="Google Shape;1859;p3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860" name="Google Shape;1860;p3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3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62" name="Google Shape;1862;p33"/>
          <p:cNvSpPr txBox="1"/>
          <p:nvPr/>
        </p:nvSpPr>
        <p:spPr>
          <a:xfrm>
            <a:off x="4597625" y="4320325"/>
            <a:ext cx="9092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/>
              <a:t>Linkie</a:t>
            </a:r>
            <a:endParaRPr sz="12000"/>
          </a:p>
        </p:txBody>
      </p:sp>
      <p:sp>
        <p:nvSpPr>
          <p:cNvPr id="1863" name="Google Shape;1863;p33">
            <a:hlinkClick r:id="rId3"/>
          </p:cNvPr>
          <p:cNvSpPr/>
          <p:nvPr/>
        </p:nvSpPr>
        <p:spPr>
          <a:xfrm>
            <a:off x="3947325" y="3723050"/>
            <a:ext cx="10517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34"/>
          <p:cNvSpPr txBox="1"/>
          <p:nvPr/>
        </p:nvSpPr>
        <p:spPr>
          <a:xfrm>
            <a:off x="1179325" y="3008125"/>
            <a:ext cx="11746800" cy="6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0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b="1" lang="en-US" sz="3500">
                <a:solidFill>
                  <a:schemeClr val="dk1"/>
                </a:solidFill>
              </a:rPr>
              <a:t>Compound Operators</a:t>
            </a:r>
            <a:endParaRPr b="1" sz="3500">
              <a:solidFill>
                <a:schemeClr val="dk1"/>
              </a:solidFill>
            </a:endParaRPr>
          </a:p>
          <a:p>
            <a:pPr indent="-4508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</a:pPr>
            <a:r>
              <a:rPr b="1" lang="en-US" sz="3500">
                <a:solidFill>
                  <a:schemeClr val="dk1"/>
                </a:solidFill>
              </a:rPr>
              <a:t>+=</a:t>
            </a:r>
            <a:endParaRPr b="1" sz="3500">
              <a:solidFill>
                <a:schemeClr val="dk1"/>
              </a:solidFill>
            </a:endParaRPr>
          </a:p>
          <a:p>
            <a:pPr indent="-4508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</a:pPr>
            <a:r>
              <a:rPr b="1" lang="en-US" sz="3500">
                <a:solidFill>
                  <a:schemeClr val="dk1"/>
                </a:solidFill>
              </a:rPr>
              <a:t>-=</a:t>
            </a:r>
            <a:endParaRPr b="1" sz="3500">
              <a:solidFill>
                <a:schemeClr val="dk1"/>
              </a:solidFill>
            </a:endParaRPr>
          </a:p>
          <a:p>
            <a:pPr indent="-4508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</a:pPr>
            <a:r>
              <a:rPr b="1" lang="en-US" sz="3500">
                <a:solidFill>
                  <a:schemeClr val="dk1"/>
                </a:solidFill>
              </a:rPr>
              <a:t>*=</a:t>
            </a:r>
            <a:endParaRPr b="1" sz="3500">
              <a:solidFill>
                <a:schemeClr val="dk1"/>
              </a:solidFill>
            </a:endParaRPr>
          </a:p>
          <a:p>
            <a:pPr indent="-4508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</a:pPr>
            <a:r>
              <a:rPr b="1" lang="en-US" sz="3500">
                <a:solidFill>
                  <a:schemeClr val="dk1"/>
                </a:solidFill>
              </a:rPr>
              <a:t>**=</a:t>
            </a:r>
            <a:endParaRPr b="1" sz="3500">
              <a:solidFill>
                <a:schemeClr val="dk1"/>
              </a:solidFill>
            </a:endParaRPr>
          </a:p>
          <a:p>
            <a:pPr indent="-4508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</a:pPr>
            <a:r>
              <a:rPr b="1" lang="en-US" sz="3500">
                <a:solidFill>
                  <a:schemeClr val="dk1"/>
                </a:solidFill>
              </a:rPr>
              <a:t>%=</a:t>
            </a:r>
            <a:endParaRPr b="1" sz="3500">
              <a:solidFill>
                <a:schemeClr val="dk1"/>
              </a:solidFill>
            </a:endParaRPr>
          </a:p>
          <a:p>
            <a:pPr indent="-4508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</a:pPr>
            <a:r>
              <a:rPr b="1" lang="en-US" sz="3500">
                <a:solidFill>
                  <a:schemeClr val="dk1"/>
                </a:solidFill>
              </a:rPr>
              <a:t>/=</a:t>
            </a:r>
            <a:endParaRPr b="1" sz="3500">
              <a:solidFill>
                <a:schemeClr val="dk1"/>
              </a:solidFill>
            </a:endParaRPr>
          </a:p>
          <a:p>
            <a:pPr indent="-4508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○"/>
            </a:pPr>
            <a:r>
              <a:rPr b="1" lang="en-US" sz="3500">
                <a:solidFill>
                  <a:schemeClr val="dk1"/>
                </a:solidFill>
              </a:rPr>
              <a:t>//=</a:t>
            </a:r>
            <a:endParaRPr b="1" sz="3500">
              <a:solidFill>
                <a:schemeClr val="dk1"/>
              </a:solidFill>
            </a:endParaRPr>
          </a:p>
        </p:txBody>
      </p:sp>
      <p:grpSp>
        <p:nvGrpSpPr>
          <p:cNvPr id="1869" name="Google Shape;1869;p34"/>
          <p:cNvGrpSpPr/>
          <p:nvPr/>
        </p:nvGrpSpPr>
        <p:grpSpPr>
          <a:xfrm>
            <a:off x="935775" y="888207"/>
            <a:ext cx="2065578" cy="1437506"/>
            <a:chOff x="0" y="-47625"/>
            <a:chExt cx="544017" cy="378600"/>
          </a:xfrm>
        </p:grpSpPr>
        <p:sp>
          <p:nvSpPr>
            <p:cNvPr id="1870" name="Google Shape;1870;p34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4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2" name="Google Shape;1872;p34"/>
          <p:cNvGrpSpPr/>
          <p:nvPr/>
        </p:nvGrpSpPr>
        <p:grpSpPr>
          <a:xfrm>
            <a:off x="1045350" y="712139"/>
            <a:ext cx="2065578" cy="1437506"/>
            <a:chOff x="0" y="-47625"/>
            <a:chExt cx="544017" cy="378600"/>
          </a:xfrm>
        </p:grpSpPr>
        <p:sp>
          <p:nvSpPr>
            <p:cNvPr id="1873" name="Google Shape;1873;p34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4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5" name="Google Shape;1875;p34"/>
          <p:cNvSpPr txBox="1"/>
          <p:nvPr/>
        </p:nvSpPr>
        <p:spPr>
          <a:xfrm>
            <a:off x="3488877" y="952800"/>
            <a:ext cx="1139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Last Week Recap</a:t>
            </a:r>
            <a:endParaRPr sz="9200"/>
          </a:p>
        </p:txBody>
      </p:sp>
      <p:sp>
        <p:nvSpPr>
          <p:cNvPr id="1876" name="Google Shape;1876;p34"/>
          <p:cNvSpPr txBox="1"/>
          <p:nvPr/>
        </p:nvSpPr>
        <p:spPr>
          <a:xfrm>
            <a:off x="1625054" y="94533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1877" name="Google Shape;1877;p34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878" name="Google Shape;1878;p3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879" name="Google Shape;1879;p3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3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1" name="Google Shape;1881;p3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882" name="Google Shape;1882;p3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3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4" name="Google Shape;1884;p3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885" name="Google Shape;1885;p3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3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7" name="Google Shape;1887;p3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888" name="Google Shape;1888;p3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3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0" name="Google Shape;1890;p3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891" name="Google Shape;1891;p3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3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3" name="Google Shape;1893;p3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894" name="Google Shape;1894;p3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3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6" name="Google Shape;1896;p3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897" name="Google Shape;1897;p3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3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9" name="Google Shape;1899;p3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900" name="Google Shape;1900;p3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3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2" name="Google Shape;1902;p3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903" name="Google Shape;1903;p3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3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905" name="Google Shape;1905;p34"/>
          <p:cNvPicPr preferRelativeResize="0"/>
          <p:nvPr/>
        </p:nvPicPr>
        <p:blipFill rotWithShape="1">
          <a:blip r:embed="rId3">
            <a:alphaModFix/>
          </a:blip>
          <a:srcRect b="0" l="18694" r="17676" t="0"/>
          <a:stretch/>
        </p:blipFill>
        <p:spPr>
          <a:xfrm>
            <a:off x="13092600" y="3120775"/>
            <a:ext cx="4642625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35"/>
          <p:cNvSpPr txBox="1"/>
          <p:nvPr/>
        </p:nvSpPr>
        <p:spPr>
          <a:xfrm>
            <a:off x="1179325" y="3008125"/>
            <a:ext cx="11746800" cy="6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0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b="1" lang="en-US" sz="3500">
                <a:solidFill>
                  <a:schemeClr val="dk1"/>
                </a:solidFill>
              </a:rPr>
              <a:t>For Loops: </a:t>
            </a:r>
            <a:r>
              <a:rPr lang="en-US" sz="3500">
                <a:solidFill>
                  <a:schemeClr val="dk1"/>
                </a:solidFill>
              </a:rPr>
              <a:t>Something that iterates through a block of code or a string certain amount of times. (Also can iterate through a list, but that’s for another day)</a:t>
            </a:r>
            <a:endParaRPr sz="3500">
              <a:solidFill>
                <a:schemeClr val="dk1"/>
              </a:solidFill>
            </a:endParaRPr>
          </a:p>
          <a:p>
            <a:pPr indent="-450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b="1" lang="en-US" sz="3500">
                <a:solidFill>
                  <a:schemeClr val="dk1"/>
                </a:solidFill>
              </a:rPr>
              <a:t>While Loops: </a:t>
            </a:r>
            <a:r>
              <a:rPr lang="en-US" sz="3500">
                <a:solidFill>
                  <a:schemeClr val="dk1"/>
                </a:solidFill>
              </a:rPr>
              <a:t>A loop that iterates through a block of code when the condition is true.</a:t>
            </a:r>
            <a:endParaRPr sz="3500">
              <a:solidFill>
                <a:schemeClr val="dk1"/>
              </a:solidFill>
            </a:endParaRPr>
          </a:p>
          <a:p>
            <a:pPr indent="-450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b="1" lang="en-US" sz="3500">
                <a:solidFill>
                  <a:schemeClr val="dk1"/>
                </a:solidFill>
              </a:rPr>
              <a:t>Break and Continue Statements: </a:t>
            </a:r>
            <a:r>
              <a:rPr lang="en-US" sz="3500">
                <a:solidFill>
                  <a:schemeClr val="dk1"/>
                </a:solidFill>
              </a:rPr>
              <a:t>Breaks stops the loop from working, while continue skips to the next iteration of the loop</a:t>
            </a:r>
            <a:endParaRPr sz="3500">
              <a:solidFill>
                <a:schemeClr val="dk1"/>
              </a:solidFill>
            </a:endParaRPr>
          </a:p>
        </p:txBody>
      </p:sp>
      <p:grpSp>
        <p:nvGrpSpPr>
          <p:cNvPr id="1911" name="Google Shape;1911;p35"/>
          <p:cNvGrpSpPr/>
          <p:nvPr/>
        </p:nvGrpSpPr>
        <p:grpSpPr>
          <a:xfrm>
            <a:off x="935775" y="888207"/>
            <a:ext cx="2065578" cy="1437506"/>
            <a:chOff x="0" y="-47625"/>
            <a:chExt cx="544017" cy="378600"/>
          </a:xfrm>
        </p:grpSpPr>
        <p:sp>
          <p:nvSpPr>
            <p:cNvPr id="1912" name="Google Shape;1912;p35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5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4" name="Google Shape;1914;p35"/>
          <p:cNvGrpSpPr/>
          <p:nvPr/>
        </p:nvGrpSpPr>
        <p:grpSpPr>
          <a:xfrm>
            <a:off x="1045350" y="712139"/>
            <a:ext cx="2065578" cy="1437506"/>
            <a:chOff x="0" y="-47625"/>
            <a:chExt cx="544017" cy="378600"/>
          </a:xfrm>
        </p:grpSpPr>
        <p:sp>
          <p:nvSpPr>
            <p:cNvPr id="1915" name="Google Shape;1915;p35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5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7" name="Google Shape;1917;p35"/>
          <p:cNvSpPr txBox="1"/>
          <p:nvPr/>
        </p:nvSpPr>
        <p:spPr>
          <a:xfrm>
            <a:off x="3488877" y="952800"/>
            <a:ext cx="1139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Last Week Recap</a:t>
            </a:r>
            <a:endParaRPr sz="9200"/>
          </a:p>
        </p:txBody>
      </p:sp>
      <p:sp>
        <p:nvSpPr>
          <p:cNvPr id="1918" name="Google Shape;1918;p35"/>
          <p:cNvSpPr txBox="1"/>
          <p:nvPr/>
        </p:nvSpPr>
        <p:spPr>
          <a:xfrm>
            <a:off x="1625054" y="94533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1919" name="Google Shape;1919;p35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920" name="Google Shape;1920;p3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921" name="Google Shape;1921;p3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3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3" name="Google Shape;1923;p3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924" name="Google Shape;1924;p3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3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6" name="Google Shape;1926;p3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927" name="Google Shape;1927;p3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3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9" name="Google Shape;1929;p3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930" name="Google Shape;1930;p3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3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2" name="Google Shape;1932;p3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933" name="Google Shape;1933;p3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3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5" name="Google Shape;1935;p3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936" name="Google Shape;1936;p3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3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8" name="Google Shape;1938;p3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939" name="Google Shape;1939;p3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0" name="Google Shape;1940;p3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1" name="Google Shape;1941;p3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942" name="Google Shape;1942;p3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3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4" name="Google Shape;1944;p3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945" name="Google Shape;1945;p3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3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947" name="Google Shape;1947;p35"/>
          <p:cNvPicPr preferRelativeResize="0"/>
          <p:nvPr/>
        </p:nvPicPr>
        <p:blipFill rotWithShape="1">
          <a:blip r:embed="rId3">
            <a:alphaModFix/>
          </a:blip>
          <a:srcRect b="0" l="18694" r="17676" t="0"/>
          <a:stretch/>
        </p:blipFill>
        <p:spPr>
          <a:xfrm>
            <a:off x="13092600" y="3120775"/>
            <a:ext cx="4642625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36"/>
          <p:cNvSpPr txBox="1"/>
          <p:nvPr/>
        </p:nvSpPr>
        <p:spPr>
          <a:xfrm>
            <a:off x="1254075" y="2368800"/>
            <a:ext cx="11746800" cy="76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Verdana"/>
              <a:buChar char="●"/>
            </a:pPr>
            <a:r>
              <a:rPr b="1" lang="en-US" sz="3100">
                <a:solidFill>
                  <a:schemeClr val="dk1"/>
                </a:solidFill>
              </a:rPr>
              <a:t>Lists</a:t>
            </a:r>
            <a:r>
              <a:rPr b="1" lang="en-US" sz="3100">
                <a:solidFill>
                  <a:schemeClr val="dk1"/>
                </a:solidFill>
              </a:rPr>
              <a:t>: </a:t>
            </a:r>
            <a:r>
              <a:rPr lang="en-US" sz="3100">
                <a:solidFill>
                  <a:schemeClr val="dk1"/>
                </a:solidFill>
              </a:rPr>
              <a:t>Collection of items</a:t>
            </a:r>
            <a:endParaRPr sz="31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.append(?)</a:t>
            </a:r>
            <a:endParaRPr sz="31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.insert(#, ?)</a:t>
            </a:r>
            <a:endParaRPr sz="31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.sort() </a:t>
            </a:r>
            <a:endParaRPr sz="31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.reverse() </a:t>
            </a:r>
            <a:endParaRPr sz="31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[#]</a:t>
            </a:r>
            <a:endParaRPr sz="31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[#:#]</a:t>
            </a:r>
            <a:endParaRPr sz="31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[:-1]</a:t>
            </a:r>
            <a:endParaRPr sz="31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len(list)</a:t>
            </a:r>
            <a:endParaRPr sz="31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.remove(?)</a:t>
            </a:r>
            <a:endParaRPr sz="3100">
              <a:solidFill>
                <a:schemeClr val="dk1"/>
              </a:solidFill>
            </a:endParaRPr>
          </a:p>
          <a:p>
            <a:pPr indent="-425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NEW: .pop(#)</a:t>
            </a:r>
            <a:endParaRPr sz="3100">
              <a:solidFill>
                <a:schemeClr val="dk1"/>
              </a:solidFill>
            </a:endParaRPr>
          </a:p>
        </p:txBody>
      </p:sp>
      <p:grpSp>
        <p:nvGrpSpPr>
          <p:cNvPr id="1953" name="Google Shape;1953;p36"/>
          <p:cNvGrpSpPr/>
          <p:nvPr/>
        </p:nvGrpSpPr>
        <p:grpSpPr>
          <a:xfrm>
            <a:off x="935775" y="888207"/>
            <a:ext cx="2065578" cy="1437506"/>
            <a:chOff x="0" y="-47625"/>
            <a:chExt cx="544017" cy="378600"/>
          </a:xfrm>
        </p:grpSpPr>
        <p:sp>
          <p:nvSpPr>
            <p:cNvPr id="1954" name="Google Shape;1954;p36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6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6" name="Google Shape;1956;p36"/>
          <p:cNvGrpSpPr/>
          <p:nvPr/>
        </p:nvGrpSpPr>
        <p:grpSpPr>
          <a:xfrm>
            <a:off x="1045350" y="712139"/>
            <a:ext cx="2065578" cy="1437506"/>
            <a:chOff x="0" y="-47625"/>
            <a:chExt cx="544017" cy="378600"/>
          </a:xfrm>
        </p:grpSpPr>
        <p:sp>
          <p:nvSpPr>
            <p:cNvPr id="1957" name="Google Shape;1957;p36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6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9" name="Google Shape;1959;p36"/>
          <p:cNvSpPr txBox="1"/>
          <p:nvPr/>
        </p:nvSpPr>
        <p:spPr>
          <a:xfrm>
            <a:off x="3488877" y="952800"/>
            <a:ext cx="1139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Last Week Recap</a:t>
            </a:r>
            <a:endParaRPr sz="9200"/>
          </a:p>
        </p:txBody>
      </p:sp>
      <p:sp>
        <p:nvSpPr>
          <p:cNvPr id="1960" name="Google Shape;1960;p36"/>
          <p:cNvSpPr txBox="1"/>
          <p:nvPr/>
        </p:nvSpPr>
        <p:spPr>
          <a:xfrm>
            <a:off x="1625054" y="94533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1961" name="Google Shape;1961;p36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962" name="Google Shape;1962;p3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963" name="Google Shape;1963;p3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3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65" name="Google Shape;1965;p3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966" name="Google Shape;1966;p3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3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68" name="Google Shape;1968;p3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969" name="Google Shape;1969;p3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3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1" name="Google Shape;1971;p3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972" name="Google Shape;1972;p3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3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4" name="Google Shape;1974;p3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975" name="Google Shape;1975;p3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3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7" name="Google Shape;1977;p3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978" name="Google Shape;1978;p3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3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0" name="Google Shape;1980;p3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981" name="Google Shape;1981;p3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3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3" name="Google Shape;1983;p3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984" name="Google Shape;1984;p3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3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6" name="Google Shape;1986;p3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987" name="Google Shape;1987;p3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3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989" name="Google Shape;1989;p36"/>
          <p:cNvPicPr preferRelativeResize="0"/>
          <p:nvPr/>
        </p:nvPicPr>
        <p:blipFill rotWithShape="1">
          <a:blip r:embed="rId3">
            <a:alphaModFix/>
          </a:blip>
          <a:srcRect b="0" l="18694" r="17676" t="0"/>
          <a:stretch/>
        </p:blipFill>
        <p:spPr>
          <a:xfrm>
            <a:off x="13092600" y="3120775"/>
            <a:ext cx="4642625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37"/>
          <p:cNvSpPr txBox="1"/>
          <p:nvPr/>
        </p:nvSpPr>
        <p:spPr>
          <a:xfrm>
            <a:off x="1179325" y="3008125"/>
            <a:ext cx="117468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Char char="●"/>
            </a:pPr>
            <a:r>
              <a:rPr b="1" lang="en-US" sz="3600">
                <a:solidFill>
                  <a:schemeClr val="dk1"/>
                </a:solidFill>
              </a:rPr>
              <a:t>if you want to learn more, check the meeting notes; sometimes, some information is added there if you want extra study! (like the sorted() function)</a:t>
            </a:r>
            <a:endParaRPr b="1" sz="3600">
              <a:solidFill>
                <a:schemeClr val="dk1"/>
              </a:solidFill>
            </a:endParaRPr>
          </a:p>
          <a:p>
            <a:pPr indent="-457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python is really cool and there’s so much stuff it’s impossible to cover in just classes, so feel free to explore and research on your own time!</a:t>
            </a:r>
            <a:endParaRPr b="1" sz="3600">
              <a:solidFill>
                <a:schemeClr val="dk1"/>
              </a:solidFill>
            </a:endParaRPr>
          </a:p>
        </p:txBody>
      </p:sp>
      <p:grpSp>
        <p:nvGrpSpPr>
          <p:cNvPr id="1995" name="Google Shape;1995;p37"/>
          <p:cNvGrpSpPr/>
          <p:nvPr/>
        </p:nvGrpSpPr>
        <p:grpSpPr>
          <a:xfrm>
            <a:off x="935775" y="888207"/>
            <a:ext cx="2065578" cy="1437506"/>
            <a:chOff x="0" y="-47625"/>
            <a:chExt cx="544017" cy="378600"/>
          </a:xfrm>
        </p:grpSpPr>
        <p:sp>
          <p:nvSpPr>
            <p:cNvPr id="1996" name="Google Shape;1996;p37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7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8" name="Google Shape;1998;p37"/>
          <p:cNvGrpSpPr/>
          <p:nvPr/>
        </p:nvGrpSpPr>
        <p:grpSpPr>
          <a:xfrm>
            <a:off x="1045350" y="712139"/>
            <a:ext cx="2065578" cy="1437506"/>
            <a:chOff x="0" y="-47625"/>
            <a:chExt cx="544017" cy="378600"/>
          </a:xfrm>
        </p:grpSpPr>
        <p:sp>
          <p:nvSpPr>
            <p:cNvPr id="1999" name="Google Shape;1999;p37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7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1" name="Google Shape;2001;p37"/>
          <p:cNvSpPr txBox="1"/>
          <p:nvPr/>
        </p:nvSpPr>
        <p:spPr>
          <a:xfrm>
            <a:off x="3488877" y="952800"/>
            <a:ext cx="1139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Last Week Recap</a:t>
            </a:r>
            <a:endParaRPr sz="9200"/>
          </a:p>
        </p:txBody>
      </p:sp>
      <p:sp>
        <p:nvSpPr>
          <p:cNvPr id="2002" name="Google Shape;2002;p37"/>
          <p:cNvSpPr txBox="1"/>
          <p:nvPr/>
        </p:nvSpPr>
        <p:spPr>
          <a:xfrm>
            <a:off x="1625054" y="94533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2003" name="Google Shape;2003;p37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2004" name="Google Shape;2004;p3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05" name="Google Shape;2005;p3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3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7" name="Google Shape;2007;p3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08" name="Google Shape;2008;p3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3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0" name="Google Shape;2010;p3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011" name="Google Shape;2011;p3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3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3" name="Google Shape;2013;p3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014" name="Google Shape;2014;p3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3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6" name="Google Shape;2016;p3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017" name="Google Shape;2017;p3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3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9" name="Google Shape;2019;p3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020" name="Google Shape;2020;p3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3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22" name="Google Shape;2022;p3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023" name="Google Shape;2023;p37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3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25" name="Google Shape;2025;p3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026" name="Google Shape;2026;p3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3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28" name="Google Shape;2028;p3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029" name="Google Shape;2029;p3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3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031" name="Google Shape;2031;p37"/>
          <p:cNvPicPr preferRelativeResize="0"/>
          <p:nvPr/>
        </p:nvPicPr>
        <p:blipFill rotWithShape="1">
          <a:blip r:embed="rId3">
            <a:alphaModFix/>
          </a:blip>
          <a:srcRect b="0" l="18694" r="17676" t="0"/>
          <a:stretch/>
        </p:blipFill>
        <p:spPr>
          <a:xfrm>
            <a:off x="13092600" y="3120775"/>
            <a:ext cx="4642625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6" name="Google Shape;2036;p38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2037" name="Google Shape;2037;p38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2038" name="Google Shape;2038;p3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3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0" name="Google Shape;2040;p38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2041" name="Google Shape;2041;p3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3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3" name="Google Shape;2043;p38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2044" name="Google Shape;2044;p3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5" name="Google Shape;2045;p3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6" name="Google Shape;2046;p38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2047" name="Google Shape;2047;p3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3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9" name="Google Shape;2049;p38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2050" name="Google Shape;2050;p3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1" name="Google Shape;2051;p3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2" name="Google Shape;2052;p38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2053" name="Google Shape;2053;p3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4" name="Google Shape;2054;p3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5" name="Google Shape;2055;p38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2056" name="Google Shape;2056;p3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3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8" name="Google Shape;2058;p38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2059" name="Google Shape;2059;p3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3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1" name="Google Shape;2061;p38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2062" name="Google Shape;2062;p3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3" name="Google Shape;2063;p3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64" name="Google Shape;2064;p38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065" name="Google Shape;2065;p3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66" name="Google Shape;2066;p3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7" name="Google Shape;2067;p3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8" name="Google Shape;2068;p3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69" name="Google Shape;2069;p3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0" name="Google Shape;2070;p3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1" name="Google Shape;2071;p3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072" name="Google Shape;2072;p3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3" name="Google Shape;2073;p3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4" name="Google Shape;2074;p3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075" name="Google Shape;2075;p3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3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7" name="Google Shape;2077;p3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078" name="Google Shape;2078;p3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3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0" name="Google Shape;2080;p3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081" name="Google Shape;2081;p3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3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3" name="Google Shape;2083;p3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084" name="Google Shape;2084;p3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3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6" name="Google Shape;2086;p3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087" name="Google Shape;2087;p3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3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9" name="Google Shape;2089;p3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090" name="Google Shape;2090;p3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3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92" name="Google Shape;2092;p38"/>
          <p:cNvGrpSpPr/>
          <p:nvPr/>
        </p:nvGrpSpPr>
        <p:grpSpPr>
          <a:xfrm>
            <a:off x="3650325" y="4320457"/>
            <a:ext cx="2065578" cy="1437506"/>
            <a:chOff x="0" y="-47625"/>
            <a:chExt cx="544017" cy="378600"/>
          </a:xfrm>
        </p:grpSpPr>
        <p:sp>
          <p:nvSpPr>
            <p:cNvPr id="2093" name="Google Shape;2093;p38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8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5" name="Google Shape;2095;p38"/>
          <p:cNvGrpSpPr/>
          <p:nvPr/>
        </p:nvGrpSpPr>
        <p:grpSpPr>
          <a:xfrm>
            <a:off x="3759900" y="4144389"/>
            <a:ext cx="2065578" cy="1437506"/>
            <a:chOff x="0" y="-47625"/>
            <a:chExt cx="544017" cy="378600"/>
          </a:xfrm>
        </p:grpSpPr>
        <p:sp>
          <p:nvSpPr>
            <p:cNvPr id="2096" name="Google Shape;2096;p38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8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8" name="Google Shape;2098;p38"/>
          <p:cNvSpPr txBox="1"/>
          <p:nvPr/>
        </p:nvSpPr>
        <p:spPr>
          <a:xfrm>
            <a:off x="6314175" y="4176963"/>
            <a:ext cx="83235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Functions</a:t>
            </a:r>
            <a:endParaRPr/>
          </a:p>
        </p:txBody>
      </p:sp>
      <p:sp>
        <p:nvSpPr>
          <p:cNvPr id="2099" name="Google Shape;2099;p38"/>
          <p:cNvSpPr txBox="1"/>
          <p:nvPr/>
        </p:nvSpPr>
        <p:spPr>
          <a:xfrm>
            <a:off x="4339604" y="437758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4" name="Google Shape;2104;p39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2105" name="Google Shape;2105;p39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9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7" name="Google Shape;2107;p39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2108" name="Google Shape;2108;p39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9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0" name="Google Shape;2110;p39"/>
          <p:cNvSpPr txBox="1"/>
          <p:nvPr/>
        </p:nvSpPr>
        <p:spPr>
          <a:xfrm>
            <a:off x="3802125" y="721500"/>
            <a:ext cx="109809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Functions</a:t>
            </a:r>
            <a:endParaRPr/>
          </a:p>
        </p:txBody>
      </p:sp>
      <p:sp>
        <p:nvSpPr>
          <p:cNvPr id="2111" name="Google Shape;2111;p39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grpSp>
        <p:nvGrpSpPr>
          <p:cNvPr id="2112" name="Google Shape;2112;p39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2113" name="Google Shape;2113;p3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114" name="Google Shape;2114;p3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3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6" name="Google Shape;2116;p3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117" name="Google Shape;2117;p3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8" name="Google Shape;2118;p3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9" name="Google Shape;2119;p3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120" name="Google Shape;2120;p3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3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2" name="Google Shape;2122;p3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123" name="Google Shape;2123;p3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4" name="Google Shape;2124;p3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5" name="Google Shape;2125;p3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126" name="Google Shape;2126;p3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7" name="Google Shape;2127;p3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8" name="Google Shape;2128;p3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129" name="Google Shape;2129;p3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0" name="Google Shape;2130;p3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1" name="Google Shape;2131;p3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132" name="Google Shape;2132;p39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3" name="Google Shape;2133;p3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4" name="Google Shape;2134;p3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135" name="Google Shape;2135;p3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3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7" name="Google Shape;2137;p3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138" name="Google Shape;2138;p3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3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40" name="Google Shape;2140;p39"/>
          <p:cNvSpPr txBox="1"/>
          <p:nvPr/>
        </p:nvSpPr>
        <p:spPr>
          <a:xfrm>
            <a:off x="1138275" y="3141050"/>
            <a:ext cx="10554900" cy="6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function is a </a:t>
            </a:r>
            <a:r>
              <a:rPr b="1"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reusable block of code</a:t>
            </a: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that performs a specific task.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 takes some inputs and returns some outputs.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Functions can do a lot, like organizing code.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Basic Syntax: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41" name="Google Shape;214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1925" y="7030025"/>
            <a:ext cx="11032728" cy="179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6" name="Google Shape;2146;p40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2147" name="Google Shape;2147;p40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40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9" name="Google Shape;2149;p40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2150" name="Google Shape;2150;p40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40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2" name="Google Shape;2152;p40"/>
          <p:cNvSpPr txBox="1"/>
          <p:nvPr/>
        </p:nvSpPr>
        <p:spPr>
          <a:xfrm>
            <a:off x="3754500" y="937238"/>
            <a:ext cx="12795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Function Parameters &amp; Return</a:t>
            </a:r>
            <a:endParaRPr sz="8400"/>
          </a:p>
        </p:txBody>
      </p:sp>
      <p:sp>
        <p:nvSpPr>
          <p:cNvPr id="2153" name="Google Shape;2153;p40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grpSp>
        <p:nvGrpSpPr>
          <p:cNvPr id="2154" name="Google Shape;2154;p40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2155" name="Google Shape;2155;p4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156" name="Google Shape;2156;p4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7" name="Google Shape;2157;p4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8" name="Google Shape;2158;p4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159" name="Google Shape;2159;p4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0" name="Google Shape;2160;p4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1" name="Google Shape;2161;p4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162" name="Google Shape;2162;p4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4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4" name="Google Shape;2164;p4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165" name="Google Shape;2165;p4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4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7" name="Google Shape;2167;p4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168" name="Google Shape;2168;p4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4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0" name="Google Shape;2170;p4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171" name="Google Shape;2171;p4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2" name="Google Shape;2172;p4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3" name="Google Shape;2173;p4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174" name="Google Shape;2174;p4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4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6" name="Google Shape;2176;p4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177" name="Google Shape;2177;p4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4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9" name="Google Shape;2179;p4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180" name="Google Shape;2180;p4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4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82" name="Google Shape;2182;p40"/>
          <p:cNvSpPr txBox="1"/>
          <p:nvPr/>
        </p:nvSpPr>
        <p:spPr>
          <a:xfrm>
            <a:off x="1138275" y="2871900"/>
            <a:ext cx="8982000" cy="6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b="1"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Function Parameters: </a:t>
            </a: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Variables passed into a function to provide input values. They help functions to process different data and perform tasks based on the input.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b="1"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Function Return: </a:t>
            </a: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output or result produced by a function. They provide data from the function that can be used elsewhere in your code.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note: a lot of the stuff we’ve used are functions! like print(), remove(), input(), etc.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83" name="Google Shape;218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8750" y="6221900"/>
            <a:ext cx="5851050" cy="173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4" name="Google Shape;218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20275" y="3429000"/>
            <a:ext cx="7884601" cy="1594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9" name="Google Shape;2189;p41"/>
          <p:cNvGrpSpPr/>
          <p:nvPr/>
        </p:nvGrpSpPr>
        <p:grpSpPr>
          <a:xfrm>
            <a:off x="4231650" y="4629636"/>
            <a:ext cx="9824703" cy="1591634"/>
            <a:chOff x="0" y="-47625"/>
            <a:chExt cx="1719710" cy="378600"/>
          </a:xfrm>
        </p:grpSpPr>
        <p:sp>
          <p:nvSpPr>
            <p:cNvPr id="2190" name="Google Shape;2190;p41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41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2" name="Google Shape;2192;p41"/>
          <p:cNvGrpSpPr/>
          <p:nvPr/>
        </p:nvGrpSpPr>
        <p:grpSpPr>
          <a:xfrm>
            <a:off x="3823138" y="2549511"/>
            <a:ext cx="10641737" cy="3415313"/>
            <a:chOff x="0" y="-47625"/>
            <a:chExt cx="1719710" cy="378600"/>
          </a:xfrm>
        </p:grpSpPr>
        <p:sp>
          <p:nvSpPr>
            <p:cNvPr id="2193" name="Google Shape;2193;p41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41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5" name="Google Shape;2195;p41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2196" name="Google Shape;2196;p41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2197" name="Google Shape;2197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9" name="Google Shape;2199;p41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2200" name="Google Shape;2200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2" name="Google Shape;2202;p41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2203" name="Google Shape;2203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5" name="Google Shape;2205;p41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2206" name="Google Shape;2206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8" name="Google Shape;2208;p41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2209" name="Google Shape;2209;p4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4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1" name="Google Shape;2211;p41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2212" name="Google Shape;2212;p4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4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4" name="Google Shape;2214;p41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2215" name="Google Shape;2215;p4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6" name="Google Shape;2216;p41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7" name="Google Shape;2217;p41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2218" name="Google Shape;2218;p4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9" name="Google Shape;2219;p4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0" name="Google Shape;2220;p41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2221" name="Google Shape;2221;p4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4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23" name="Google Shape;2223;p41"/>
          <p:cNvSpPr txBox="1"/>
          <p:nvPr/>
        </p:nvSpPr>
        <p:spPr>
          <a:xfrm>
            <a:off x="3866563" y="6385938"/>
            <a:ext cx="105549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Open up Vs and </a:t>
            </a: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let's</a:t>
            </a: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start coding: 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Functions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Lets make a guessing game!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224" name="Google Shape;2224;p41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225" name="Google Shape;2225;p41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226" name="Google Shape;2226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8" name="Google Shape;2228;p41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229" name="Google Shape;2229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1" name="Google Shape;2231;p41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232" name="Google Shape;2232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4" name="Google Shape;2234;p41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235" name="Google Shape;2235;p4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6" name="Google Shape;2236;p4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7" name="Google Shape;2237;p41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238" name="Google Shape;2238;p4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4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0" name="Google Shape;2240;p41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241" name="Google Shape;2241;p4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4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3" name="Google Shape;2243;p41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244" name="Google Shape;2244;p4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5" name="Google Shape;2245;p41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6" name="Google Shape;2246;p41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247" name="Google Shape;2247;p4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8" name="Google Shape;2248;p4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9" name="Google Shape;2249;p41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250" name="Google Shape;2250;p4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1" name="Google Shape;2251;p4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52" name="Google Shape;2252;p41"/>
          <p:cNvSpPr txBox="1"/>
          <p:nvPr/>
        </p:nvSpPr>
        <p:spPr>
          <a:xfrm>
            <a:off x="4597638" y="3562213"/>
            <a:ext cx="9092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Coding Time!</a:t>
            </a:r>
            <a:endParaRPr sz="1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7" name="Google Shape;2257;p42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2258" name="Google Shape;2258;p4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42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0" name="Google Shape;2260;p42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2261" name="Google Shape;2261;p4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42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3" name="Google Shape;2263;p42"/>
          <p:cNvSpPr txBox="1"/>
          <p:nvPr/>
        </p:nvSpPr>
        <p:spPr>
          <a:xfrm>
            <a:off x="3778300" y="891038"/>
            <a:ext cx="13533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Default &amp; Keyword Arguments</a:t>
            </a:r>
            <a:endParaRPr sz="9000"/>
          </a:p>
        </p:txBody>
      </p:sp>
      <p:sp>
        <p:nvSpPr>
          <p:cNvPr id="2264" name="Google Shape;2264;p42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</a:t>
            </a:r>
            <a:endParaRPr/>
          </a:p>
        </p:txBody>
      </p:sp>
      <p:grpSp>
        <p:nvGrpSpPr>
          <p:cNvPr id="2265" name="Google Shape;2265;p42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2266" name="Google Shape;2266;p42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267" name="Google Shape;2267;p4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8" name="Google Shape;2268;p4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9" name="Google Shape;2269;p42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270" name="Google Shape;2270;p4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1" name="Google Shape;2271;p4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2" name="Google Shape;2272;p42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273" name="Google Shape;2273;p4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4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5" name="Google Shape;2275;p42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276" name="Google Shape;2276;p4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4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8" name="Google Shape;2278;p42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279" name="Google Shape;2279;p4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0" name="Google Shape;2280;p4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1" name="Google Shape;2281;p42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282" name="Google Shape;2282;p4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3" name="Google Shape;2283;p4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4" name="Google Shape;2284;p42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285" name="Google Shape;2285;p42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6" name="Google Shape;2286;p42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7" name="Google Shape;2287;p42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288" name="Google Shape;2288;p4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9" name="Google Shape;2289;p4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0" name="Google Shape;2290;p42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291" name="Google Shape;2291;p4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2" name="Google Shape;2292;p4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93" name="Google Shape;2293;p42"/>
          <p:cNvSpPr txBox="1"/>
          <p:nvPr/>
        </p:nvSpPr>
        <p:spPr>
          <a:xfrm>
            <a:off x="1138275" y="3141050"/>
            <a:ext cx="8100900" cy="6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b="1"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Default Arguments: </a:t>
            </a: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Arguments that assume a default value if no value is provided during the function call, they are optional parameters.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b="1"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Keyword Arguments: </a:t>
            </a: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Arguments passed to a function by explicitly specifying the parameter name, allowing you to pass arguments in any order.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94" name="Google Shape;229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174" y="4117349"/>
            <a:ext cx="8662974" cy="8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9" name="Google Shape;2299;p43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2300" name="Google Shape;2300;p43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43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2" name="Google Shape;2302;p43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2303" name="Google Shape;2303;p43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43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5" name="Google Shape;2305;p43"/>
          <p:cNvSpPr txBox="1"/>
          <p:nvPr/>
        </p:nvSpPr>
        <p:spPr>
          <a:xfrm>
            <a:off x="3778300" y="891038"/>
            <a:ext cx="13533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Arbitrary (Keyword) Arguments</a:t>
            </a:r>
            <a:endParaRPr sz="8600"/>
          </a:p>
        </p:txBody>
      </p:sp>
      <p:sp>
        <p:nvSpPr>
          <p:cNvPr id="2306" name="Google Shape;2306;p43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</a:t>
            </a:r>
            <a:endParaRPr/>
          </a:p>
        </p:txBody>
      </p:sp>
      <p:grpSp>
        <p:nvGrpSpPr>
          <p:cNvPr id="2307" name="Google Shape;2307;p43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2308" name="Google Shape;2308;p4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309" name="Google Shape;2309;p4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0" name="Google Shape;2310;p4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1" name="Google Shape;2311;p4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312" name="Google Shape;2312;p4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4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4" name="Google Shape;2314;p4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315" name="Google Shape;2315;p4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6" name="Google Shape;2316;p4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7" name="Google Shape;2317;p4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318" name="Google Shape;2318;p4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4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20" name="Google Shape;2320;p4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321" name="Google Shape;2321;p4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4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23" name="Google Shape;2323;p4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324" name="Google Shape;2324;p4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5" name="Google Shape;2325;p4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26" name="Google Shape;2326;p4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327" name="Google Shape;2327;p4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8" name="Google Shape;2328;p4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29" name="Google Shape;2329;p4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330" name="Google Shape;2330;p4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1" name="Google Shape;2331;p4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2" name="Google Shape;2332;p4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333" name="Google Shape;2333;p4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4" name="Google Shape;2334;p4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35" name="Google Shape;2335;p43"/>
          <p:cNvSpPr txBox="1"/>
          <p:nvPr/>
        </p:nvSpPr>
        <p:spPr>
          <a:xfrm>
            <a:off x="1138275" y="3141050"/>
            <a:ext cx="8100900" cy="6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b="1"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*args</a:t>
            </a:r>
            <a:br>
              <a:rPr b="1"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can pass as many arguments as we want, they will be stored in the list name. Example: print(*objects)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b="1"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**kwargs</a:t>
            </a:r>
            <a:b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will not be learning this now, it allows passing as many keyword arguments as we want. Feel free to research it, though it requires knowledge of </a:t>
            </a:r>
            <a:r>
              <a:rPr b="1"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dicts</a:t>
            </a: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36" name="Google Shape;233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8550" y="3507525"/>
            <a:ext cx="7643050" cy="3898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1" name="Google Shape;2341;p44"/>
          <p:cNvGrpSpPr/>
          <p:nvPr/>
        </p:nvGrpSpPr>
        <p:grpSpPr>
          <a:xfrm>
            <a:off x="4231650" y="4629636"/>
            <a:ext cx="9824703" cy="1591634"/>
            <a:chOff x="0" y="-47625"/>
            <a:chExt cx="1719710" cy="378600"/>
          </a:xfrm>
        </p:grpSpPr>
        <p:sp>
          <p:nvSpPr>
            <p:cNvPr id="2342" name="Google Shape;2342;p44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44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4" name="Google Shape;2344;p44"/>
          <p:cNvGrpSpPr/>
          <p:nvPr/>
        </p:nvGrpSpPr>
        <p:grpSpPr>
          <a:xfrm>
            <a:off x="3823138" y="2549511"/>
            <a:ext cx="10641737" cy="3415313"/>
            <a:chOff x="0" y="-47625"/>
            <a:chExt cx="1719710" cy="378600"/>
          </a:xfrm>
        </p:grpSpPr>
        <p:sp>
          <p:nvSpPr>
            <p:cNvPr id="2345" name="Google Shape;2345;p44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44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7" name="Google Shape;2347;p44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2348" name="Google Shape;2348;p44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2349" name="Google Shape;2349;p4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0" name="Google Shape;2350;p4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1" name="Google Shape;2351;p44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2352" name="Google Shape;2352;p4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3" name="Google Shape;2353;p4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4" name="Google Shape;2354;p44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2355" name="Google Shape;2355;p4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4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7" name="Google Shape;2357;p44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2358" name="Google Shape;2358;p4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4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0" name="Google Shape;2360;p44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2361" name="Google Shape;2361;p4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2" name="Google Shape;2362;p4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3" name="Google Shape;2363;p44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2364" name="Google Shape;2364;p4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4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6" name="Google Shape;2366;p44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2367" name="Google Shape;2367;p4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8" name="Google Shape;2368;p4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9" name="Google Shape;2369;p44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2370" name="Google Shape;2370;p4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1" name="Google Shape;2371;p4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2" name="Google Shape;2372;p44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2373" name="Google Shape;2373;p4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4" name="Google Shape;2374;p4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75" name="Google Shape;2375;p44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376" name="Google Shape;2376;p4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377" name="Google Shape;2377;p4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8" name="Google Shape;2378;p4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9" name="Google Shape;2379;p4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380" name="Google Shape;2380;p4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1" name="Google Shape;2381;p4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82" name="Google Shape;2382;p4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383" name="Google Shape;2383;p4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4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85" name="Google Shape;2385;p4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386" name="Google Shape;2386;p4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4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88" name="Google Shape;2388;p4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389" name="Google Shape;2389;p4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4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1" name="Google Shape;2391;p4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392" name="Google Shape;2392;p4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3" name="Google Shape;2393;p4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4" name="Google Shape;2394;p4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395" name="Google Shape;2395;p4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4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7" name="Google Shape;2397;p4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398" name="Google Shape;2398;p4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4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0" name="Google Shape;2400;p4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401" name="Google Shape;2401;p4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4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03" name="Google Shape;2403;p44"/>
          <p:cNvSpPr txBox="1"/>
          <p:nvPr/>
        </p:nvSpPr>
        <p:spPr>
          <a:xfrm>
            <a:off x="4597638" y="3562213"/>
            <a:ext cx="9092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Thats It!</a:t>
            </a:r>
            <a:endParaRPr sz="1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gramming Lesson Presentation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A6A6A6"/>
      </a:lt2>
      <a:accent1>
        <a:srgbClr val="BBBBBB"/>
      </a:accent1>
      <a:accent2>
        <a:srgbClr val="E9E9E9"/>
      </a:accent2>
      <a:accent3>
        <a:srgbClr val="F6836B"/>
      </a:accent3>
      <a:accent4>
        <a:srgbClr val="ED7843"/>
      </a:accent4>
      <a:accent5>
        <a:srgbClr val="FFFEF8"/>
      </a:accent5>
      <a:accent6>
        <a:srgbClr val="5EC9CC"/>
      </a:accent6>
      <a:hlink>
        <a:srgbClr val="FF4F6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gramming Lesson Presentation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A6A6A6"/>
      </a:lt2>
      <a:accent1>
        <a:srgbClr val="BBBBBB"/>
      </a:accent1>
      <a:accent2>
        <a:srgbClr val="E9E9E9"/>
      </a:accent2>
      <a:accent3>
        <a:srgbClr val="F6836B"/>
      </a:accent3>
      <a:accent4>
        <a:srgbClr val="ED7843"/>
      </a:accent4>
      <a:accent5>
        <a:srgbClr val="FFFEF8"/>
      </a:accent5>
      <a:accent6>
        <a:srgbClr val="5EC9CC"/>
      </a:accent6>
      <a:hlink>
        <a:srgbClr val="FF4F6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
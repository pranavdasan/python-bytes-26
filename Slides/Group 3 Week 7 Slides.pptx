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Anton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Anton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ef98558070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2ef98558070_0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99efee9ee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99efee9ee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99efee9ee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99efee9eec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99efee9ee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g399efee9eec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99efee9ee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99efee9eec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99efee9eec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99efee9eec_0_2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99efee9eec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99efee9eec_0_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e2d3ac5ec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2e2d3ac5ecc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72f85f43d4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g272f85f43d4_0_3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99efee9eec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99efee9eec_0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99efee9eec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99efee9eec_0_3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f0ba9ac295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2f0ba9ac295_0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ef98558070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g2ef98558070_0_8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ef98558070_1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g2ef98558070_1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614350" y="2454275"/>
            <a:ext cx="16557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4491025" y="56245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12" name="Google Shape;12;p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3" name="Google Shape;13;p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" name="Google Shape;40;p3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41" name="Google Shape;41;p3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9692551" y="763817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655875" y="26379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1981225" y="5942025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7" name="Google Shape;57;p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8" name="Google Shape;58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8" name="Google Shape;68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1" name="Google Shape;71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0" name="Google Shape;80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" name="Google Shape;85;p4"/>
          <p:cNvGrpSpPr/>
          <p:nvPr/>
        </p:nvGrpSpPr>
        <p:grpSpPr>
          <a:xfrm>
            <a:off x="503084" y="428766"/>
            <a:ext cx="5851052" cy="1310243"/>
            <a:chOff x="2" y="-564"/>
            <a:chExt cx="7801403" cy="1746991"/>
          </a:xfrm>
        </p:grpSpPr>
        <p:grpSp>
          <p:nvGrpSpPr>
            <p:cNvPr id="86" name="Google Shape;86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7" name="Google Shape;87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9" name="Google Shape;99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" name="Google Shape;101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2" name="Google Shape;102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8" name="Google Shape;108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1" name="Google Shape;111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14" name="Google Shape;114;p4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15" name="Google Shape;115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4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4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129" name="Google Shape;129;p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30" name="Google Shape;130;p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34" name="Google Shape;134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37" name="Google Shape;137;p5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40" name="Google Shape;140;p5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5"/>
          <p:cNvSpPr/>
          <p:nvPr/>
        </p:nvSpPr>
        <p:spPr>
          <a:xfrm>
            <a:off x="16422857" y="6279622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44" name="Google Shape;144;p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1" type="body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174" name="Google Shape;174;p6"/>
          <p:cNvSpPr txBox="1"/>
          <p:nvPr>
            <p:ph idx="2" type="body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175" name="Google Shape;175;p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176" name="Google Shape;176;p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83" name="Google Shape;183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86" name="Google Shape;186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p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04" name="Google Shape;204;p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6"/>
          <p:cNvSpPr/>
          <p:nvPr/>
        </p:nvSpPr>
        <p:spPr>
          <a:xfrm>
            <a:off x="14123600" y="4763750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33" name="Google Shape;233;p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37" name="Google Shape;237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/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7"/>
          <p:cNvSpPr txBox="1"/>
          <p:nvPr>
            <p:ph idx="1" type="body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248" name="Google Shape;248;p7"/>
          <p:cNvSpPr txBox="1"/>
          <p:nvPr>
            <p:ph idx="2" type="body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grpSp>
        <p:nvGrpSpPr>
          <p:cNvPr id="249" name="Google Shape;249;p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50" name="Google Shape;250;p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60" name="Google Shape;260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72" name="Google Shape;272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75" name="Google Shape;275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" name="Google Shape;277;p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78" name="Google Shape;278;p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0" name="Google Shape;290;p7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/>
          <p:nvPr>
            <p:ph type="title"/>
          </p:nvPr>
        </p:nvSpPr>
        <p:spPr>
          <a:xfrm>
            <a:off x="751125" y="27987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3" name="Google Shape;293;p8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94" name="Google Shape;294;p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95" name="Google Shape;295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98" name="Google Shape;298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01" name="Google Shape;301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07" name="Google Shape;307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" name="Google Shape;309;p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10" name="Google Shape;310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2" name="Google Shape;312;p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13" name="Google Shape;313;p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19" name="Google Shape;319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" name="Google Shape;321;p8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22" name="Google Shape;322;p8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8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26" name="Google Shape;326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8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29" name="Google Shape;329;p8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8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" name="Google Shape;331;p8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32" name="Google Shape;332;p8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8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4" name="Google Shape;334;p8"/>
          <p:cNvSpPr/>
          <p:nvPr/>
        </p:nvSpPr>
        <p:spPr>
          <a:xfrm>
            <a:off x="15378768" y="4930826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/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7" name="Google Shape;337;p9"/>
          <p:cNvSpPr txBox="1"/>
          <p:nvPr>
            <p:ph idx="1" type="body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indent="-3238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indent="-32385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338" name="Google Shape;338;p9"/>
          <p:cNvSpPr txBox="1"/>
          <p:nvPr>
            <p:ph idx="2" type="body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grpSp>
        <p:nvGrpSpPr>
          <p:cNvPr id="339" name="Google Shape;339;p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40" name="Google Shape;340;p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44" name="Google Shape;344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50" name="Google Shape;350;p9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" name="Google Shape;352;p9"/>
          <p:cNvSpPr/>
          <p:nvPr/>
        </p:nvSpPr>
        <p:spPr>
          <a:xfrm>
            <a:off x="14580281" y="4222181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354" name="Google Shape;354;p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358" name="Google Shape;358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0" name="Google Shape;360;p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64" name="Google Shape;364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67" name="Google Shape;367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73" name="Google Shape;373;p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" name="Google Shape;375;p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76" name="Google Shape;376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/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83" name="Google Shape;383;p10"/>
          <p:cNvSpPr/>
          <p:nvPr>
            <p:ph idx="2" type="pic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10"/>
          <p:cNvSpPr txBox="1"/>
          <p:nvPr>
            <p:ph idx="1" type="body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/>
        </p:txBody>
      </p:sp>
      <p:sp>
        <p:nvSpPr>
          <p:cNvPr id="385" name="Google Shape;385;p10"/>
          <p:cNvSpPr/>
          <p:nvPr/>
        </p:nvSpPr>
        <p:spPr>
          <a:xfrm>
            <a:off x="14398941" y="5079095"/>
            <a:ext cx="836443" cy="1333460"/>
          </a:xfrm>
          <a:custGeom>
            <a:rect b="b" l="l" r="r" t="t"/>
            <a:pathLst>
              <a:path extrusionOk="0" h="1333460" w="836443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6" name="Google Shape;386;p1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87" name="Google Shape;387;p1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88" name="Google Shape;388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1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91" name="Google Shape;391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rect b="b" l="l" r="r" t="t"/>
                <a:pathLst>
                  <a:path extrusionOk="0" h="330886" w="343153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7125" lIns="117125" spcFirstLastPara="1" rIns="117125" wrap="square" tIns="117125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1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94" name="Google Shape;394;p10"/>
              <p:cNvSpPr/>
              <p:nvPr/>
            </p:nvSpPr>
            <p:spPr>
              <a:xfrm>
                <a:off x="0" y="0"/>
                <a:ext cx="31856" cy="270933"/>
              </a:xfrm>
              <a:custGeom>
                <a:rect b="b" l="l" r="r" t="t"/>
                <a:pathLst>
                  <a:path extrusionOk="0" h="270933" w="31856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1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0" y="0"/>
                <a:ext cx="33028" cy="270933"/>
              </a:xfrm>
              <a:custGeom>
                <a:rect b="b" l="l" r="r" t="t"/>
                <a:pathLst>
                  <a:path extrusionOk="0" h="270933" w="33028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399;p1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400" name="Google Shape;400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01" name="Google Shape;401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04" name="Google Shape;404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07" name="Google Shape;407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10" name="Google Shape;410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13" name="Google Shape;413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16" name="Google Shape;416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19" name="Google Shape;419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22" name="Google Shape;422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25" name="Google Shape;425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1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428" name="Google Shape;428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29" name="Google Shape;429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32" name="Google Shape;432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35" name="Google Shape;435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38" name="Google Shape;438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440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41" name="Google Shape;441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44" name="Google Shape;444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i="0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238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238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i="0" sz="15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inyurl.com/BytesTurtl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tinyurl.com/BytesPyAI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11"/>
          <p:cNvGrpSpPr/>
          <p:nvPr/>
        </p:nvGrpSpPr>
        <p:grpSpPr>
          <a:xfrm>
            <a:off x="2852354" y="5398262"/>
            <a:ext cx="12583290" cy="2038534"/>
            <a:chOff x="0" y="-47625"/>
            <a:chExt cx="1719710" cy="378600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117100" lIns="117100" spcFirstLastPara="1" rIns="117100" wrap="square" tIns="11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75" lIns="65075" spcFirstLastPara="1" rIns="65075" wrap="square" tIns="650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1"/>
          <p:cNvGrpSpPr/>
          <p:nvPr/>
        </p:nvGrpSpPr>
        <p:grpSpPr>
          <a:xfrm>
            <a:off x="2329138" y="2734074"/>
            <a:ext cx="13629734" cy="4374269"/>
            <a:chOff x="0" y="-47625"/>
            <a:chExt cx="1719710" cy="378600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117100" lIns="117100" spcFirstLastPara="1" rIns="117100" wrap="square" tIns="11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1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075" lIns="65075" spcFirstLastPara="1" rIns="65075" wrap="square" tIns="65075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11"/>
          <p:cNvGrpSpPr/>
          <p:nvPr/>
        </p:nvGrpSpPr>
        <p:grpSpPr>
          <a:xfrm flipH="1" rot="10800000"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466" name="Google Shape;466;p11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467" name="Google Shape;467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11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470" name="Google Shape;470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11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473" name="Google Shape;473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11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476" name="Google Shape;476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11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479" name="Google Shape;479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482" name="Google Shape;482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485" name="Google Shape;485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" name="Google Shape;490;p11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491" name="Google Shape;491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3" name="Google Shape;493;p11"/>
          <p:cNvSpPr txBox="1"/>
          <p:nvPr/>
        </p:nvSpPr>
        <p:spPr>
          <a:xfrm>
            <a:off x="2692662" y="3763130"/>
            <a:ext cx="12902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 Bytes - Week 7</a:t>
            </a:r>
            <a:endParaRPr sz="9500">
              <a:solidFill>
                <a:srgbClr val="393A3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1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Games, Websites, and more</a:t>
            </a:r>
            <a:endParaRPr sz="9100">
              <a:solidFill>
                <a:srgbClr val="393A3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494" name="Google Shape;49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3800" y="6223200"/>
            <a:ext cx="4184200" cy="41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12"/>
          <p:cNvGrpSpPr/>
          <p:nvPr/>
        </p:nvGrpSpPr>
        <p:grpSpPr>
          <a:xfrm>
            <a:off x="844802" y="3560624"/>
            <a:ext cx="2065565" cy="1437158"/>
            <a:chOff x="0" y="-47625"/>
            <a:chExt cx="544017" cy="378511"/>
          </a:xfrm>
        </p:grpSpPr>
        <p:sp>
          <p:nvSpPr>
            <p:cNvPr id="500" name="Google Shape;500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12"/>
          <p:cNvGrpSpPr/>
          <p:nvPr/>
        </p:nvGrpSpPr>
        <p:grpSpPr>
          <a:xfrm>
            <a:off x="9582975" y="3560624"/>
            <a:ext cx="2065565" cy="1437158"/>
            <a:chOff x="0" y="-47625"/>
            <a:chExt cx="544017" cy="378511"/>
          </a:xfrm>
        </p:grpSpPr>
        <p:sp>
          <p:nvSpPr>
            <p:cNvPr id="503" name="Google Shape;503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5" name="Google Shape;505;p12"/>
          <p:cNvGrpSpPr/>
          <p:nvPr/>
        </p:nvGrpSpPr>
        <p:grpSpPr>
          <a:xfrm>
            <a:off x="756077" y="5512457"/>
            <a:ext cx="2065578" cy="1437168"/>
            <a:chOff x="0" y="-47625"/>
            <a:chExt cx="544017" cy="378511"/>
          </a:xfrm>
        </p:grpSpPr>
        <p:sp>
          <p:nvSpPr>
            <p:cNvPr id="506" name="Google Shape;506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8" name="Google Shape;508;p12"/>
          <p:cNvGrpSpPr/>
          <p:nvPr/>
        </p:nvGrpSpPr>
        <p:grpSpPr>
          <a:xfrm>
            <a:off x="954377" y="3384557"/>
            <a:ext cx="2065565" cy="1437158"/>
            <a:chOff x="0" y="-47625"/>
            <a:chExt cx="544017" cy="378511"/>
          </a:xfrm>
        </p:grpSpPr>
        <p:sp>
          <p:nvSpPr>
            <p:cNvPr id="509" name="Google Shape;509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2"/>
          <p:cNvGrpSpPr/>
          <p:nvPr/>
        </p:nvGrpSpPr>
        <p:grpSpPr>
          <a:xfrm>
            <a:off x="9692551" y="3384557"/>
            <a:ext cx="2065565" cy="1437158"/>
            <a:chOff x="0" y="-47625"/>
            <a:chExt cx="544017" cy="378511"/>
          </a:xfrm>
        </p:grpSpPr>
        <p:sp>
          <p:nvSpPr>
            <p:cNvPr id="512" name="Google Shape;512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4" name="Google Shape;514;p12"/>
          <p:cNvGrpSpPr/>
          <p:nvPr/>
        </p:nvGrpSpPr>
        <p:grpSpPr>
          <a:xfrm>
            <a:off x="865652" y="5336390"/>
            <a:ext cx="2065578" cy="1437168"/>
            <a:chOff x="0" y="-47625"/>
            <a:chExt cx="544017" cy="378511"/>
          </a:xfrm>
        </p:grpSpPr>
        <p:sp>
          <p:nvSpPr>
            <p:cNvPr id="515" name="Google Shape;515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2"/>
          <p:cNvGrpSpPr/>
          <p:nvPr/>
        </p:nvGrpSpPr>
        <p:grpSpPr>
          <a:xfrm>
            <a:off x="756077" y="7487966"/>
            <a:ext cx="2065578" cy="1437168"/>
            <a:chOff x="0" y="-47625"/>
            <a:chExt cx="544017" cy="378511"/>
          </a:xfrm>
        </p:grpSpPr>
        <p:sp>
          <p:nvSpPr>
            <p:cNvPr id="518" name="Google Shape;518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12"/>
          <p:cNvGrpSpPr/>
          <p:nvPr/>
        </p:nvGrpSpPr>
        <p:grpSpPr>
          <a:xfrm>
            <a:off x="865652" y="7311898"/>
            <a:ext cx="2065578" cy="1437168"/>
            <a:chOff x="0" y="-47625"/>
            <a:chExt cx="544017" cy="378511"/>
          </a:xfrm>
        </p:grpSpPr>
        <p:sp>
          <p:nvSpPr>
            <p:cNvPr id="521" name="Google Shape;521;p1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p12"/>
          <p:cNvGrpSpPr/>
          <p:nvPr/>
        </p:nvGrpSpPr>
        <p:grpSpPr>
          <a:xfrm>
            <a:off x="12246827" y="110435"/>
            <a:ext cx="5851054" cy="1309820"/>
            <a:chOff x="0" y="0"/>
            <a:chExt cx="7801405" cy="1746426"/>
          </a:xfrm>
        </p:grpSpPr>
        <p:grpSp>
          <p:nvGrpSpPr>
            <p:cNvPr id="524" name="Google Shape;524;p12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525" name="Google Shape;525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p12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528" name="Google Shape;528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0" name="Google Shape;530;p12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531" name="Google Shape;531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12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534" name="Google Shape;534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12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537" name="Google Shape;537;p1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9" name="Google Shape;539;p12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540" name="Google Shape;540;p1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" name="Google Shape;542;p12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543" name="Google Shape;543;p1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2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5" name="Google Shape;545;p12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546" name="Google Shape;546;p1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12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549" name="Google Shape;549;p1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1" name="Google Shape;551;p12"/>
          <p:cNvSpPr txBox="1"/>
          <p:nvPr/>
        </p:nvSpPr>
        <p:spPr>
          <a:xfrm>
            <a:off x="3499464" y="3761895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 So Far</a:t>
            </a:r>
            <a:endParaRPr sz="6000"/>
          </a:p>
        </p:txBody>
      </p:sp>
      <p:sp>
        <p:nvSpPr>
          <p:cNvPr id="552" name="Google Shape;552;p12"/>
          <p:cNvSpPr txBox="1"/>
          <p:nvPr/>
        </p:nvSpPr>
        <p:spPr>
          <a:xfrm>
            <a:off x="12347188" y="3758150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No Big Deal</a:t>
            </a:r>
            <a:endParaRPr sz="6000">
              <a:solidFill>
                <a:schemeClr val="dk1"/>
              </a:solidFill>
            </a:endParaRPr>
          </a:p>
        </p:txBody>
      </p:sp>
      <p:sp>
        <p:nvSpPr>
          <p:cNvPr id="553" name="Google Shape;553;p12"/>
          <p:cNvSpPr txBox="1"/>
          <p:nvPr/>
        </p:nvSpPr>
        <p:spPr>
          <a:xfrm>
            <a:off x="890224" y="907938"/>
            <a:ext cx="12446871" cy="1904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0" u="none" cap="none" strike="noStrik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/>
          </a:p>
        </p:txBody>
      </p:sp>
      <p:sp>
        <p:nvSpPr>
          <p:cNvPr id="554" name="Google Shape;554;p12"/>
          <p:cNvSpPr txBox="1"/>
          <p:nvPr/>
        </p:nvSpPr>
        <p:spPr>
          <a:xfrm>
            <a:off x="1534081" y="3617752"/>
            <a:ext cx="14859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sp>
        <p:nvSpPr>
          <p:cNvPr id="555" name="Google Shape;555;p12"/>
          <p:cNvSpPr txBox="1"/>
          <p:nvPr/>
        </p:nvSpPr>
        <p:spPr>
          <a:xfrm>
            <a:off x="10272255" y="3617752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  <a:endParaRPr/>
          </a:p>
        </p:txBody>
      </p:sp>
      <p:sp>
        <p:nvSpPr>
          <p:cNvPr id="556" name="Google Shape;556;p12"/>
          <p:cNvSpPr txBox="1"/>
          <p:nvPr/>
        </p:nvSpPr>
        <p:spPr>
          <a:xfrm>
            <a:off x="1445356" y="5538477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557" name="Google Shape;557;p12"/>
          <p:cNvSpPr txBox="1"/>
          <p:nvPr/>
        </p:nvSpPr>
        <p:spPr>
          <a:xfrm>
            <a:off x="3482500" y="7689250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Libraries 📚</a:t>
            </a:r>
            <a:endParaRPr sz="6000"/>
          </a:p>
        </p:txBody>
      </p:sp>
      <p:sp>
        <p:nvSpPr>
          <p:cNvPr id="558" name="Google Shape;558;p12"/>
          <p:cNvSpPr txBox="1"/>
          <p:nvPr/>
        </p:nvSpPr>
        <p:spPr>
          <a:xfrm>
            <a:off x="1445356" y="7545094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559" name="Google Shape;559;p12"/>
          <p:cNvSpPr txBox="1"/>
          <p:nvPr/>
        </p:nvSpPr>
        <p:spPr>
          <a:xfrm>
            <a:off x="3427700" y="5769325"/>
            <a:ext cx="597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 Use</a:t>
            </a:r>
            <a:endParaRPr sz="6000"/>
          </a:p>
        </p:txBody>
      </p:sp>
      <p:sp>
        <p:nvSpPr>
          <p:cNvPr id="560" name="Google Shape;560;p12"/>
          <p:cNvSpPr txBox="1"/>
          <p:nvPr/>
        </p:nvSpPr>
        <p:spPr>
          <a:xfrm>
            <a:off x="10327031" y="5463415"/>
            <a:ext cx="148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2"/>
          <p:cNvSpPr txBox="1"/>
          <p:nvPr/>
        </p:nvSpPr>
        <p:spPr>
          <a:xfrm>
            <a:off x="12370351" y="5769338"/>
            <a:ext cx="5604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/>
          </a:p>
        </p:txBody>
      </p:sp>
      <p:sp>
        <p:nvSpPr>
          <p:cNvPr id="562" name="Google Shape;562;p12"/>
          <p:cNvSpPr txBox="1"/>
          <p:nvPr/>
        </p:nvSpPr>
        <p:spPr>
          <a:xfrm>
            <a:off x="10327031" y="764726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6</a:t>
            </a:r>
            <a:endParaRPr/>
          </a:p>
        </p:txBody>
      </p:sp>
      <p:sp>
        <p:nvSpPr>
          <p:cNvPr id="563" name="Google Shape;563;p12"/>
          <p:cNvSpPr txBox="1"/>
          <p:nvPr/>
        </p:nvSpPr>
        <p:spPr>
          <a:xfrm>
            <a:off x="12309376" y="7896275"/>
            <a:ext cx="560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13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569" name="Google Shape;569;p1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1" name="Google Shape;571;p13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572" name="Google Shape;572;p1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4" name="Google Shape;574;p13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</a:t>
            </a:r>
            <a:endParaRPr sz="10000"/>
          </a:p>
        </p:txBody>
      </p:sp>
      <p:sp>
        <p:nvSpPr>
          <p:cNvPr id="575" name="Google Shape;575;p13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576" name="Google Shape;576;p13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577" name="Google Shape;577;p1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78" name="Google Shape;578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0" name="Google Shape;580;p1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581" name="Google Shape;581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3" name="Google Shape;583;p1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584" name="Google Shape;584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6" name="Google Shape;586;p1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587" name="Google Shape;587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" name="Google Shape;589;p1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590" name="Google Shape;590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" name="Google Shape;592;p1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593" name="Google Shape;593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5" name="Google Shape;595;p1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596" name="Google Shape;596;p1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8" name="Google Shape;598;p1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599" name="Google Shape;599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1" name="Google Shape;601;p1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602" name="Google Shape;602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4" name="Google Shape;604;p13"/>
          <p:cNvSpPr txBox="1"/>
          <p:nvPr/>
        </p:nvSpPr>
        <p:spPr>
          <a:xfrm>
            <a:off x="1136100" y="3044250"/>
            <a:ext cx="10191600" cy="6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you think Python is used in the real world?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can we create with Python?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05" name="Google Shape;60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7720" y="3044250"/>
            <a:ext cx="6318625" cy="47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14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611" name="Google Shape;611;p1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3" name="Google Shape;613;p14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614" name="Google Shape;614;p1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6" name="Google Shape;616;p14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</a:t>
            </a:r>
            <a:endParaRPr sz="10000"/>
          </a:p>
        </p:txBody>
      </p:sp>
      <p:sp>
        <p:nvSpPr>
          <p:cNvPr id="617" name="Google Shape;617;p14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618" name="Google Shape;618;p14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619" name="Google Shape;619;p1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620" name="Google Shape;620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2" name="Google Shape;622;p1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23" name="Google Shape;623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5" name="Google Shape;625;p1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26" name="Google Shape;626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8" name="Google Shape;628;p1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29" name="Google Shape;629;p1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1" name="Google Shape;631;p1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632" name="Google Shape;632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635" name="Google Shape;635;p1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7" name="Google Shape;637;p1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638" name="Google Shape;638;p1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0" name="Google Shape;640;p1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641" name="Google Shape;641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3" name="Google Shape;643;p1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644" name="Google Shape;644;p1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46" name="Google Shape;646;p14"/>
          <p:cNvSpPr txBox="1"/>
          <p:nvPr/>
        </p:nvSpPr>
        <p:spPr>
          <a:xfrm>
            <a:off x="1136100" y="3044250"/>
            <a:ext cx="101916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Web Development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Automation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Game Development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Web Scraping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47" name="Google Shape;64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7720" y="3044250"/>
            <a:ext cx="6318625" cy="47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15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653" name="Google Shape;653;p1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5" name="Google Shape;655;p15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656" name="Google Shape;656;p15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5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8" name="Google Shape;658;p15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</a:t>
            </a:r>
            <a:endParaRPr sz="10000"/>
          </a:p>
        </p:txBody>
      </p:sp>
      <p:sp>
        <p:nvSpPr>
          <p:cNvPr id="659" name="Google Shape;659;p15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grpSp>
        <p:nvGrpSpPr>
          <p:cNvPr id="660" name="Google Shape;660;p15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661" name="Google Shape;661;p1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662" name="Google Shape;66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4" name="Google Shape;664;p1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65" name="Google Shape;66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1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68" name="Google Shape;668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" name="Google Shape;670;p1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71" name="Google Shape;671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1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3" name="Google Shape;673;p1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674" name="Google Shape;674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" name="Google Shape;676;p1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677" name="Google Shape;677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1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9" name="Google Shape;679;p1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680" name="Google Shape;680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2" name="Google Shape;682;p1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683" name="Google Shape;683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5" name="Google Shape;685;p1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686" name="Google Shape;686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8" name="Google Shape;688;p15"/>
          <p:cNvSpPr txBox="1"/>
          <p:nvPr/>
        </p:nvSpPr>
        <p:spPr>
          <a:xfrm>
            <a:off x="1136100" y="3044250"/>
            <a:ext cx="101916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Automation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Game Development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Web Development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Web Scraping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89" name="Google Shape;6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7695" y="3371513"/>
            <a:ext cx="6318625" cy="47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" name="Google Shape;694;p16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695" name="Google Shape;695;p1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7" name="Google Shape;697;p16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698" name="Google Shape;698;p16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6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0" name="Google Shape;700;p16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 Uses</a:t>
            </a:r>
            <a:endParaRPr sz="10000"/>
          </a:p>
        </p:txBody>
      </p:sp>
      <p:sp>
        <p:nvSpPr>
          <p:cNvPr id="701" name="Google Shape;701;p16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702" name="Google Shape;702;p16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703" name="Google Shape;703;p1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704" name="Google Shape;704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6" name="Google Shape;706;p1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707" name="Google Shape;707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9" name="Google Shape;709;p1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710" name="Google Shape;710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2" name="Google Shape;712;p1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713" name="Google Shape;713;p1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5" name="Google Shape;715;p1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16" name="Google Shape;716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8" name="Google Shape;718;p1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19" name="Google Shape;719;p1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1" name="Google Shape;721;p1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22" name="Google Shape;722;p1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4" name="Google Shape;724;p1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725" name="Google Shape;725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7" name="Google Shape;727;p1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728" name="Google Shape;728;p1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0" name="Google Shape;730;p16"/>
          <p:cNvSpPr txBox="1"/>
          <p:nvPr/>
        </p:nvSpPr>
        <p:spPr>
          <a:xfrm>
            <a:off x="1136100" y="3044250"/>
            <a:ext cx="134616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Turtle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https://tinyurl.com/BytesTurtle</a:t>
            </a: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5" name="Google Shape;735;p17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736" name="Google Shape;736;p1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8" name="Google Shape;738;p17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739" name="Google Shape;739;p17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7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1" name="Google Shape;741;p17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 Uses</a:t>
            </a:r>
            <a:endParaRPr sz="10000"/>
          </a:p>
        </p:txBody>
      </p:sp>
      <p:sp>
        <p:nvSpPr>
          <p:cNvPr id="742" name="Google Shape;742;p17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743" name="Google Shape;743;p17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744" name="Google Shape;744;p1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745" name="Google Shape;745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7" name="Google Shape;747;p1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748" name="Google Shape;748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751" name="Google Shape;751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3" name="Google Shape;753;p1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754" name="Google Shape;754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6" name="Google Shape;756;p1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57" name="Google Shape;757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1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9" name="Google Shape;759;p1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60" name="Google Shape;760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1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2" name="Google Shape;762;p1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63" name="Google Shape;763;p17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1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5" name="Google Shape;765;p1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766" name="Google Shape;766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1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769" name="Google Shape;769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71" name="Google Shape;771;p17"/>
          <p:cNvSpPr txBox="1"/>
          <p:nvPr/>
        </p:nvSpPr>
        <p:spPr>
          <a:xfrm>
            <a:off x="1136100" y="3044250"/>
            <a:ext cx="134616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https://tinyurl.com/BytesPyAI</a:t>
            </a: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6" name="Google Shape;776;p18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777" name="Google Shape;777;p1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9" name="Google Shape;779;p18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780" name="Google Shape;780;p18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8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2" name="Google Shape;782;p18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Python Uses</a:t>
            </a:r>
            <a:endParaRPr sz="10000"/>
          </a:p>
        </p:txBody>
      </p:sp>
      <p:sp>
        <p:nvSpPr>
          <p:cNvPr id="783" name="Google Shape;783;p18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784" name="Google Shape;784;p18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785" name="Google Shape;785;p1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786" name="Google Shape;786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8" name="Google Shape;788;p1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789" name="Google Shape;789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1" name="Google Shape;791;p1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792" name="Google Shape;792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4" name="Google Shape;794;p1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795" name="Google Shape;795;p18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7" name="Google Shape;797;p1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98" name="Google Shape;798;p1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0" name="Google Shape;800;p1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01" name="Google Shape;801;p18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3" name="Google Shape;803;p1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804" name="Google Shape;804;p18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6" name="Google Shape;806;p1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07" name="Google Shape;807;p1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9" name="Google Shape;809;p1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10" name="Google Shape;810;p18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12" name="Google Shape;812;p18"/>
          <p:cNvSpPr txBox="1"/>
          <p:nvPr/>
        </p:nvSpPr>
        <p:spPr>
          <a:xfrm>
            <a:off x="1136100" y="3044250"/>
            <a:ext cx="134616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 are so many ways we can create stuff in Python! 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Python is incredibly vast.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oogle Shape;817;p19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818" name="Google Shape;818;p1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0" name="Google Shape;820;p19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821" name="Google Shape;821;p19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9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3" name="Google Shape;823;p19"/>
          <p:cNvSpPr txBox="1"/>
          <p:nvPr/>
        </p:nvSpPr>
        <p:spPr>
          <a:xfrm>
            <a:off x="3824266" y="814076"/>
            <a:ext cx="949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The One Rule</a:t>
            </a:r>
            <a:endParaRPr sz="10000"/>
          </a:p>
        </p:txBody>
      </p:sp>
      <p:sp>
        <p:nvSpPr>
          <p:cNvPr id="824" name="Google Shape;824;p19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grpSp>
        <p:nvGrpSpPr>
          <p:cNvPr id="825" name="Google Shape;825;p19"/>
          <p:cNvGrpSpPr/>
          <p:nvPr/>
        </p:nvGrpSpPr>
        <p:grpSpPr>
          <a:xfrm>
            <a:off x="12317278" y="107737"/>
            <a:ext cx="5851052" cy="1310243"/>
            <a:chOff x="2" y="-564"/>
            <a:chExt cx="7801403" cy="1746991"/>
          </a:xfrm>
        </p:grpSpPr>
        <p:grpSp>
          <p:nvGrpSpPr>
            <p:cNvPr id="826" name="Google Shape;826;p1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27" name="Google Shape;827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9" name="Google Shape;829;p1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30" name="Google Shape;830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2" name="Google Shape;832;p1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33" name="Google Shape;833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5" name="Google Shape;835;p1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36" name="Google Shape;836;p19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1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839" name="Google Shape;839;p1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1" name="Google Shape;841;p1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842" name="Google Shape;842;p19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4" name="Google Shape;844;p1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845" name="Google Shape;845;p19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1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7" name="Google Shape;847;p1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48" name="Google Shape;848;p1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1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0" name="Google Shape;850;p1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51" name="Google Shape;851;p19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1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53" name="Google Shape;853;p19"/>
          <p:cNvSpPr txBox="1"/>
          <p:nvPr/>
        </p:nvSpPr>
        <p:spPr>
          <a:xfrm>
            <a:off x="1138275" y="3963950"/>
            <a:ext cx="150966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 cannot learn in Python Bytes club.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can help you, but you must do stuff in your own time! </a:t>
            </a:r>
            <a:endParaRPr b="1" sz="5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4" name="Google Shape;854;p19"/>
          <p:cNvSpPr/>
          <p:nvPr/>
        </p:nvSpPr>
        <p:spPr>
          <a:xfrm>
            <a:off x="802225" y="3222475"/>
            <a:ext cx="16145700" cy="582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9" name="Google Shape;859;p20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860" name="Google Shape;860;p20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861" name="Google Shape;861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3" name="Google Shape;863;p20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864" name="Google Shape;864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6" name="Google Shape;866;p20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867" name="Google Shape;867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9" name="Google Shape;869;p20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870" name="Google Shape;870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2" name="Google Shape;872;p20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873" name="Google Shape;873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5" name="Google Shape;875;p20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876" name="Google Shape;876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8" name="Google Shape;878;p20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879" name="Google Shape;879;p2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2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1" name="Google Shape;881;p20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882" name="Google Shape;882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4" name="Google Shape;884;p20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885" name="Google Shape;885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7" name="Google Shape;887;p20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888" name="Google Shape;888;p2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89" name="Google Shape;889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1" name="Google Shape;891;p2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892" name="Google Shape;892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4" name="Google Shape;894;p2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895" name="Google Shape;895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7" name="Google Shape;897;p2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898" name="Google Shape;898;p20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2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0" name="Google Shape;900;p2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01" name="Google Shape;901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3" name="Google Shape;903;p2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904" name="Google Shape;904;p20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2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6" name="Google Shape;906;p2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907" name="Google Shape;907;p20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2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9" name="Google Shape;909;p2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910" name="Google Shape;910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2" name="Google Shape;912;p2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913" name="Google Shape;913;p20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2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5" name="Google Shape;915;p20"/>
          <p:cNvGrpSpPr/>
          <p:nvPr/>
        </p:nvGrpSpPr>
        <p:grpSpPr>
          <a:xfrm>
            <a:off x="3650325" y="4320457"/>
            <a:ext cx="2065578" cy="1437506"/>
            <a:chOff x="0" y="-47625"/>
            <a:chExt cx="544017" cy="378600"/>
          </a:xfrm>
        </p:grpSpPr>
        <p:sp>
          <p:nvSpPr>
            <p:cNvPr id="916" name="Google Shape;916;p2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8" name="Google Shape;918;p20"/>
          <p:cNvGrpSpPr/>
          <p:nvPr/>
        </p:nvGrpSpPr>
        <p:grpSpPr>
          <a:xfrm>
            <a:off x="3759900" y="4144389"/>
            <a:ext cx="2065578" cy="1437506"/>
            <a:chOff x="0" y="-47625"/>
            <a:chExt cx="544017" cy="378600"/>
          </a:xfrm>
        </p:grpSpPr>
        <p:sp>
          <p:nvSpPr>
            <p:cNvPr id="919" name="Google Shape;919;p20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0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1" name="Google Shape;921;p20"/>
          <p:cNvSpPr txBox="1"/>
          <p:nvPr/>
        </p:nvSpPr>
        <p:spPr>
          <a:xfrm>
            <a:off x="6314175" y="4176963"/>
            <a:ext cx="83235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Libraries</a:t>
            </a:r>
            <a:endParaRPr/>
          </a:p>
        </p:txBody>
      </p:sp>
      <p:sp>
        <p:nvSpPr>
          <p:cNvPr id="922" name="Google Shape;922;p20"/>
          <p:cNvSpPr txBox="1"/>
          <p:nvPr/>
        </p:nvSpPr>
        <p:spPr>
          <a:xfrm>
            <a:off x="4339604" y="4377585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" name="Google Shape;927;p21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928" name="Google Shape;928;p21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1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0" name="Google Shape;930;p21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931" name="Google Shape;931;p21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1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3" name="Google Shape;933;p21"/>
          <p:cNvSpPr txBox="1"/>
          <p:nvPr/>
        </p:nvSpPr>
        <p:spPr>
          <a:xfrm>
            <a:off x="3802125" y="721500"/>
            <a:ext cx="109809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Libraries</a:t>
            </a:r>
            <a:endParaRPr/>
          </a:p>
        </p:txBody>
      </p:sp>
      <p:sp>
        <p:nvSpPr>
          <p:cNvPr id="934" name="Google Shape;934;p21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935" name="Google Shape;935;p21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936" name="Google Shape;936;p21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937" name="Google Shape;937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2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9" name="Google Shape;939;p21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940" name="Google Shape;940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2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2" name="Google Shape;942;p21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943" name="Google Shape;943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2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5" name="Google Shape;945;p21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946" name="Google Shape;946;p21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1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8" name="Google Shape;948;p21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49" name="Google Shape;949;p2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1" name="Google Shape;951;p21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952" name="Google Shape;952;p21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21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4" name="Google Shape;954;p21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955" name="Google Shape;955;p21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1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7" name="Google Shape;957;p21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958" name="Google Shape;958;p2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0" name="Google Shape;960;p21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961" name="Google Shape;961;p21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21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63" name="Google Shape;963;p21"/>
          <p:cNvSpPr txBox="1"/>
          <p:nvPr/>
        </p:nvSpPr>
        <p:spPr>
          <a:xfrm>
            <a:off x="1138275" y="3141050"/>
            <a:ext cx="10554900" cy="6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We’ve already used libraries when we did 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○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import random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python, modules are .py files that have functions, classes (basically a data type that we create), and variables. As an analogy, think of this as a blueprint for the kitchen in a house.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library is a collection of modules that work together. Analogy: blueprints for all parts of a house. 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8" name="Google Shape;968;p22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969" name="Google Shape;969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1" name="Google Shape;971;p22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972" name="Google Shape;972;p22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2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4" name="Google Shape;974;p22"/>
          <p:cNvSpPr txBox="1"/>
          <p:nvPr/>
        </p:nvSpPr>
        <p:spPr>
          <a:xfrm>
            <a:off x="3802125" y="721500"/>
            <a:ext cx="109809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Libraries</a:t>
            </a:r>
            <a:endParaRPr/>
          </a:p>
        </p:txBody>
      </p:sp>
      <p:sp>
        <p:nvSpPr>
          <p:cNvPr id="975" name="Google Shape;975;p22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976" name="Google Shape;976;p22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977" name="Google Shape;977;p22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978" name="Google Shape;978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0" name="Google Shape;980;p22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981" name="Google Shape;981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3" name="Google Shape;983;p22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984" name="Google Shape;984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6" name="Google Shape;986;p22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987" name="Google Shape;987;p22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2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9" name="Google Shape;989;p22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90" name="Google Shape;990;p2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2" name="Google Shape;992;p22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993" name="Google Shape;993;p22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2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5" name="Google Shape;995;p22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996" name="Google Shape;996;p22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2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8" name="Google Shape;998;p22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999" name="Google Shape;999;p2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1" name="Google Shape;1001;p22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002" name="Google Shape;1002;p22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2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04" name="Google Shape;1004;p22"/>
          <p:cNvSpPr txBox="1"/>
          <p:nvPr/>
        </p:nvSpPr>
        <p:spPr>
          <a:xfrm>
            <a:off x="1138275" y="3141050"/>
            <a:ext cx="10554900" cy="6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Examples of a module: 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○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random -&gt; this allows us to generate random numbers or get a random item from a list.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○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math -&gt; allows us to easily do math functions like sqrt()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Examples of a library: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○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NumPy -&gt; different modules inside include numpy.random, numpy.linalg, numpy.polynomial, etc.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9" name="Google Shape;1009;p23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010" name="Google Shape;1010;p2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2" name="Google Shape;1012;p23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013" name="Google Shape;1013;p23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3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5" name="Google Shape;1015;p23"/>
          <p:cNvSpPr txBox="1"/>
          <p:nvPr/>
        </p:nvSpPr>
        <p:spPr>
          <a:xfrm>
            <a:off x="3802125" y="721500"/>
            <a:ext cx="109809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Libraries</a:t>
            </a:r>
            <a:endParaRPr/>
          </a:p>
        </p:txBody>
      </p:sp>
      <p:sp>
        <p:nvSpPr>
          <p:cNvPr id="1016" name="Google Shape;1016;p23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1017" name="Google Shape;1017;p2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018" name="Google Shape;1018;p2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019" name="Google Shape;1019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1" name="Google Shape;1021;p2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022" name="Google Shape;1022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4" name="Google Shape;1024;p2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025" name="Google Shape;1025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7" name="Google Shape;1027;p2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028" name="Google Shape;1028;p23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0" name="Google Shape;1030;p2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031" name="Google Shape;1031;p2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3" name="Google Shape;1033;p2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34" name="Google Shape;1034;p23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37" name="Google Shape;1037;p23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9" name="Google Shape;1039;p2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40" name="Google Shape;1040;p2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2" name="Google Shape;1042;p2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043" name="Google Shape;1043;p23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45" name="Google Shape;1045;p23"/>
          <p:cNvSpPr txBox="1"/>
          <p:nvPr/>
        </p:nvSpPr>
        <p:spPr>
          <a:xfrm>
            <a:off x="1138275" y="3141050"/>
            <a:ext cx="16014300" cy="6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form can be: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○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import (module_name)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■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import random          &lt;- imports the entire library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○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import (module_name) as (nickname)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■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import random as rd  &lt;- rd.randint() instead of random.randint()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○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from (module_name) import (function or variable)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■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from time import sleep &lt;- imports only this function from time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○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from (module_name) import (function or variable) as (nickname)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Char char="■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from time import sleep as slp &lt;- slp() instead of sleep()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1138275" y="864982"/>
            <a:ext cx="2065578" cy="1437506"/>
            <a:chOff x="0" y="-47625"/>
            <a:chExt cx="544017" cy="378600"/>
          </a:xfrm>
        </p:grpSpPr>
        <p:sp>
          <p:nvSpPr>
            <p:cNvPr id="1051" name="Google Shape;1051;p2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3" name="Google Shape;1053;p24"/>
          <p:cNvGrpSpPr/>
          <p:nvPr/>
        </p:nvGrpSpPr>
        <p:grpSpPr>
          <a:xfrm>
            <a:off x="1247850" y="688914"/>
            <a:ext cx="2065578" cy="1437506"/>
            <a:chOff x="0" y="-47625"/>
            <a:chExt cx="544017" cy="378600"/>
          </a:xfrm>
        </p:grpSpPr>
        <p:sp>
          <p:nvSpPr>
            <p:cNvPr id="1054" name="Google Shape;1054;p24"/>
            <p:cNvSpPr/>
            <p:nvPr/>
          </p:nvSpPr>
          <p:spPr>
            <a:xfrm>
              <a:off x="0" y="0"/>
              <a:ext cx="544017" cy="330886"/>
            </a:xfrm>
            <a:custGeom>
              <a:rect b="b" l="l" r="r" t="t"/>
              <a:pathLst>
                <a:path extrusionOk="0" h="330886" w="544017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4"/>
            <p:cNvSpPr txBox="1"/>
            <p:nvPr/>
          </p:nvSpPr>
          <p:spPr>
            <a:xfrm>
              <a:off x="0" y="-47625"/>
              <a:ext cx="5439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6" name="Google Shape;1056;p24"/>
          <p:cNvSpPr txBox="1"/>
          <p:nvPr/>
        </p:nvSpPr>
        <p:spPr>
          <a:xfrm>
            <a:off x="3754500" y="937238"/>
            <a:ext cx="12795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No Big Deal Project</a:t>
            </a:r>
            <a:endParaRPr sz="8400"/>
          </a:p>
        </p:txBody>
      </p:sp>
      <p:sp>
        <p:nvSpPr>
          <p:cNvPr id="1057" name="Google Shape;1057;p24"/>
          <p:cNvSpPr txBox="1"/>
          <p:nvPr/>
        </p:nvSpPr>
        <p:spPr>
          <a:xfrm>
            <a:off x="1827554" y="922110"/>
            <a:ext cx="1485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</a:t>
            </a:r>
            <a:r>
              <a:rPr lang="en-US" sz="78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grpSp>
        <p:nvGrpSpPr>
          <p:cNvPr id="1058" name="Google Shape;1058;p2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059" name="Google Shape;1059;p2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060" name="Google Shape;1060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2" name="Google Shape;1062;p2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063" name="Google Shape;1063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5" name="Google Shape;1065;p2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066" name="Google Shape;1066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8" name="Google Shape;1068;p2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1" name="Google Shape;1071;p2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072" name="Google Shape;1072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4" name="Google Shape;1074;p2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75" name="Google Shape;1075;p24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7" name="Google Shape;1077;p2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78" name="Google Shape;1078;p24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0" name="Google Shape;1080;p2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81" name="Google Shape;1081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3" name="Google Shape;1083;p2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084" name="Google Shape;1084;p24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86" name="Google Shape;1086;p24"/>
          <p:cNvSpPr txBox="1"/>
          <p:nvPr/>
        </p:nvSpPr>
        <p:spPr>
          <a:xfrm>
            <a:off x="1138275" y="2871900"/>
            <a:ext cx="8982000" cy="6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AutoNum type="arabicPeriod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Get an idea of what you want to do!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AutoNum type="arabicPeriod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Think of a topic! This can be as simple as you want (like create a number generator) or as difficult as you want (learn Turtle!)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AutoNum type="arabicPeriod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 project idea and get it approved and work on it throughout the week!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erdana"/>
              <a:buAutoNum type="arabicPeriod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Keep working to get it ready by next class :D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1" name="Google Shape;1091;p25"/>
          <p:cNvGrpSpPr/>
          <p:nvPr/>
        </p:nvGrpSpPr>
        <p:grpSpPr>
          <a:xfrm>
            <a:off x="4231650" y="4629636"/>
            <a:ext cx="9824703" cy="1591634"/>
            <a:chOff x="0" y="-47625"/>
            <a:chExt cx="1719710" cy="378600"/>
          </a:xfrm>
        </p:grpSpPr>
        <p:sp>
          <p:nvSpPr>
            <p:cNvPr id="1092" name="Google Shape;1092;p25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5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4" name="Google Shape;1094;p25"/>
          <p:cNvGrpSpPr/>
          <p:nvPr/>
        </p:nvGrpSpPr>
        <p:grpSpPr>
          <a:xfrm>
            <a:off x="3823138" y="2549511"/>
            <a:ext cx="10641737" cy="3415313"/>
            <a:chOff x="0" y="-47625"/>
            <a:chExt cx="1719710" cy="378600"/>
          </a:xfrm>
        </p:grpSpPr>
        <p:sp>
          <p:nvSpPr>
            <p:cNvPr id="1095" name="Google Shape;1095;p25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5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7" name="Google Shape;1097;p25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1098" name="Google Shape;1098;p25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099" name="Google Shape;1099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1" name="Google Shape;1101;p25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102" name="Google Shape;1102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4" name="Google Shape;1104;p25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105" name="Google Shape;1105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7" name="Google Shape;1107;p25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108" name="Google Shape;1108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0" name="Google Shape;1110;p25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111" name="Google Shape;1111;p2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3" name="Google Shape;1113;p25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114" name="Google Shape;1114;p2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6" name="Google Shape;1116;p25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117" name="Google Shape;1117;p2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9" name="Google Shape;1119;p25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120" name="Google Shape;1120;p2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2" name="Google Shape;1122;p25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1123" name="Google Shape;1123;p2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25" name="Google Shape;1125;p25"/>
          <p:cNvSpPr txBox="1"/>
          <p:nvPr/>
        </p:nvSpPr>
        <p:spPr>
          <a:xfrm>
            <a:off x="3866563" y="6385938"/>
            <a:ext cx="105549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Open up VS and 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let's</a:t>
            </a: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start coding:)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126" name="Google Shape;1126;p25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1127" name="Google Shape;1127;p2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128" name="Google Shape;1128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0" name="Google Shape;1130;p2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131" name="Google Shape;1131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3" name="Google Shape;1133;p2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134" name="Google Shape;1134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6" name="Google Shape;1136;p2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137" name="Google Shape;1137;p25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9" name="Google Shape;1139;p2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140" name="Google Shape;1140;p2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2" name="Google Shape;1142;p2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143" name="Google Shape;1143;p25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5" name="Google Shape;1145;p2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146" name="Google Shape;1146;p25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8" name="Google Shape;1148;p2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149" name="Google Shape;1149;p2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1" name="Google Shape;1151;p2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52" name="Google Shape;1152;p25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54" name="Google Shape;1154;p25"/>
          <p:cNvSpPr txBox="1"/>
          <p:nvPr/>
        </p:nvSpPr>
        <p:spPr>
          <a:xfrm>
            <a:off x="4597638" y="3562213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Coding Time!</a:t>
            </a:r>
            <a:endParaRPr sz="1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8"/>
        </a:solidFill>
      </p:bgPr>
    </p:bg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oogle Shape;1159;p26"/>
          <p:cNvGrpSpPr/>
          <p:nvPr/>
        </p:nvGrpSpPr>
        <p:grpSpPr>
          <a:xfrm>
            <a:off x="4231650" y="4629636"/>
            <a:ext cx="9824703" cy="1591634"/>
            <a:chOff x="0" y="-47625"/>
            <a:chExt cx="1719710" cy="378600"/>
          </a:xfrm>
        </p:grpSpPr>
        <p:sp>
          <p:nvSpPr>
            <p:cNvPr id="1160" name="Google Shape;1160;p26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6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2" name="Google Shape;1162;p26"/>
          <p:cNvGrpSpPr/>
          <p:nvPr/>
        </p:nvGrpSpPr>
        <p:grpSpPr>
          <a:xfrm>
            <a:off x="3823138" y="2549511"/>
            <a:ext cx="10641737" cy="3415313"/>
            <a:chOff x="0" y="-47625"/>
            <a:chExt cx="1719710" cy="378600"/>
          </a:xfrm>
        </p:grpSpPr>
        <p:sp>
          <p:nvSpPr>
            <p:cNvPr id="1163" name="Google Shape;1163;p26"/>
            <p:cNvSpPr/>
            <p:nvPr/>
          </p:nvSpPr>
          <p:spPr>
            <a:xfrm>
              <a:off x="0" y="0"/>
              <a:ext cx="1719710" cy="330886"/>
            </a:xfrm>
            <a:custGeom>
              <a:rect b="b" l="l" r="r" t="t"/>
              <a:pathLst>
                <a:path extrusionOk="0" h="330886" w="171971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6"/>
            <p:cNvSpPr txBox="1"/>
            <p:nvPr/>
          </p:nvSpPr>
          <p:spPr>
            <a:xfrm>
              <a:off x="0" y="-47625"/>
              <a:ext cx="17196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5" name="Google Shape;1165;p26"/>
          <p:cNvGrpSpPr/>
          <p:nvPr/>
        </p:nvGrpSpPr>
        <p:grpSpPr>
          <a:xfrm flipH="1" rot="10800000">
            <a:off x="417483" y="241933"/>
            <a:ext cx="5851052" cy="1310243"/>
            <a:chOff x="0" y="-241102"/>
            <a:chExt cx="7801402" cy="1746991"/>
          </a:xfrm>
        </p:grpSpPr>
        <p:grpSp>
          <p:nvGrpSpPr>
            <p:cNvPr id="1166" name="Google Shape;1166;p2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167" name="Google Shape;1167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9" name="Google Shape;1169;p2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170" name="Google Shape;1170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2" name="Google Shape;1172;p2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173" name="Google Shape;1173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5" name="Google Shape;1175;p2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176" name="Google Shape;1176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8" name="Google Shape;1178;p2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179" name="Google Shape;1179;p2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1" name="Google Shape;1181;p2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182" name="Google Shape;1182;p2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4" name="Google Shape;1184;p2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185" name="Google Shape;1185;p2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7" name="Google Shape;1187;p2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188" name="Google Shape;1188;p2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0" name="Google Shape;1190;p2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1191" name="Google Shape;1191;p2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93" name="Google Shape;1193;p2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1194" name="Google Shape;1194;p2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195" name="Google Shape;1195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7" name="Google Shape;1197;p2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198" name="Google Shape;1198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0" name="Google Shape;1200;p2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201" name="Google Shape;1201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3" name="Google Shape;1203;p2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204" name="Google Shape;1204;p26"/>
              <p:cNvSpPr/>
              <p:nvPr/>
            </p:nvSpPr>
            <p:spPr>
              <a:xfrm>
                <a:off x="0" y="0"/>
                <a:ext cx="429306" cy="55164"/>
              </a:xfrm>
              <a:custGeom>
                <a:rect b="b" l="l" r="r" t="t"/>
                <a:pathLst>
                  <a:path extrusionOk="0" h="55164" w="429306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6" name="Google Shape;1206;p2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207" name="Google Shape;1207;p2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9" name="Google Shape;1209;p2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0" y="0"/>
                <a:ext cx="235266" cy="55164"/>
              </a:xfrm>
              <a:custGeom>
                <a:rect b="b" l="l" r="r" t="t"/>
                <a:pathLst>
                  <a:path extrusionOk="0" h="55164" w="235266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0" y="0"/>
                <a:ext cx="237523" cy="50651"/>
              </a:xfrm>
              <a:custGeom>
                <a:rect b="b" l="l" r="r" t="t"/>
                <a:pathLst>
                  <a:path extrusionOk="0" h="50651" w="237523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5" name="Google Shape;1215;p2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216" name="Google Shape;1216;p2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8" name="Google Shape;1218;p2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219" name="Google Shape;1219;p26"/>
              <p:cNvSpPr/>
              <p:nvPr/>
            </p:nvSpPr>
            <p:spPr>
              <a:xfrm>
                <a:off x="0" y="0"/>
                <a:ext cx="864681" cy="55164"/>
              </a:xfrm>
              <a:custGeom>
                <a:rect b="b" l="l" r="r" t="t"/>
                <a:pathLst>
                  <a:path extrusionOk="0" h="55164" w="864681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21" name="Google Shape;1221;p26"/>
          <p:cNvSpPr txBox="1"/>
          <p:nvPr/>
        </p:nvSpPr>
        <p:spPr>
          <a:xfrm>
            <a:off x="4597638" y="3562213"/>
            <a:ext cx="9092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Thats It!</a:t>
            </a:r>
            <a:endParaRPr sz="1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